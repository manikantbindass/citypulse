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d1e442c5e44b40" /><Relationship Type="http://schemas.openxmlformats.org/officeDocument/2006/relationships/extended-properties" Target="/docProps/app.xml" Id="R3425923f58d4446d" /><Relationship Type="http://schemas.openxmlformats.org/officeDocument/2006/relationships/officeDocument" Target="/ppt/presentation.xml" Id="R1fb7d20115ad48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e9754860dd4b1d"/>
  </p:sldMasterIdLst>
  <p:notesMasterIdLst>
    <p:notesMasterId xmlns:r="http://schemas.openxmlformats.org/officeDocument/2006/relationships" r:id="R81474df504f544dd"/>
  </p:notesMasterIdLst>
  <p:sldIdLst>
    <p:sldId xmlns:r="http://schemas.openxmlformats.org/officeDocument/2006/relationships" id="256" r:id="Rfca9e14c605b486b"/>
    <p:sldId xmlns:r="http://schemas.openxmlformats.org/officeDocument/2006/relationships" id="257" r:id="Re441659e7a554628"/>
    <p:sldId xmlns:r="http://schemas.openxmlformats.org/officeDocument/2006/relationships" id="258" r:id="R46db787219834355"/>
    <p:sldId xmlns:r="http://schemas.openxmlformats.org/officeDocument/2006/relationships" id="259" r:id="Rc1afdb8fbc634eda"/>
    <p:sldId xmlns:r="http://schemas.openxmlformats.org/officeDocument/2006/relationships" id="260" r:id="Rffd1a7724d224a8a"/>
    <p:sldId xmlns:r="http://schemas.openxmlformats.org/officeDocument/2006/relationships" id="261" r:id="R8727ceb7e8dd44d8"/>
    <p:sldId xmlns:r="http://schemas.openxmlformats.org/officeDocument/2006/relationships" id="262" r:id="R42e3b7f5dc954d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53dcde9d3d4e52" /><Relationship Type="http://schemas.openxmlformats.org/officeDocument/2006/relationships/slideMaster" Target="/ppt/slideMasters/slideMaster1.xml" Id="R73e9754860dd4b1d" /><Relationship Type="http://schemas.openxmlformats.org/officeDocument/2006/relationships/notesMaster" Target="/ppt/notesMasters/notesMaster1.xml" Id="R81474df504f544dd" /><Relationship Type="http://schemas.openxmlformats.org/officeDocument/2006/relationships/presProps" Target="/ppt/presProps.xml" Id="R420d6ed51e684886" /><Relationship Type="http://schemas.openxmlformats.org/officeDocument/2006/relationships/tableStyles" Target="/ppt/tableStyles.xml" Id="R23615f4937554846" /><Relationship Type="http://schemas.openxmlformats.org/officeDocument/2006/relationships/slide" Target="/ppt/slides/slide1.xml" Id="Rfca9e14c605b486b" /><Relationship Type="http://schemas.openxmlformats.org/officeDocument/2006/relationships/slide" Target="/ppt/slides/slide2.xml" Id="Re441659e7a554628" /><Relationship Type="http://schemas.openxmlformats.org/officeDocument/2006/relationships/slide" Target="/ppt/slides/slide3.xml" Id="R46db787219834355" /><Relationship Type="http://schemas.openxmlformats.org/officeDocument/2006/relationships/slide" Target="/ppt/slides/slide4.xml" Id="Rc1afdb8fbc634eda" /><Relationship Type="http://schemas.openxmlformats.org/officeDocument/2006/relationships/slide" Target="/ppt/slides/slide5.xml" Id="Rffd1a7724d224a8a" /><Relationship Type="http://schemas.openxmlformats.org/officeDocument/2006/relationships/slide" Target="/ppt/slides/slide6.xml" Id="R8727ceb7e8dd44d8" /><Relationship Type="http://schemas.openxmlformats.org/officeDocument/2006/relationships/slide" Target="/ppt/slides/slide7.xml" Id="R42e3b7f5dc954d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58405bf4dc4c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78267a769c4bda" /><Relationship Type="http://schemas.openxmlformats.org/officeDocument/2006/relationships/notesMaster" Target="/ppt/notesMasters/notesMaster1.xml" Id="R06a5121085ee43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a2e0ee4c7a4f7d" /><Relationship Type="http://schemas.openxmlformats.org/officeDocument/2006/relationships/notesMaster" Target="/ppt/notesMasters/notesMaster1.xml" Id="R142fd39020524d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869f1363c04e0d" /><Relationship Type="http://schemas.openxmlformats.org/officeDocument/2006/relationships/notesMaster" Target="/ppt/notesMasters/notesMaster1.xml" Id="R688620c75e9048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8d607a061f4cdc" /><Relationship Type="http://schemas.openxmlformats.org/officeDocument/2006/relationships/notesMaster" Target="/ppt/notesMasters/notesMaster1.xml" Id="R2ee8315dd67747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0851fb4e6a486b" /><Relationship Type="http://schemas.openxmlformats.org/officeDocument/2006/relationships/notesMaster" Target="/ppt/notesMasters/notesMaster1.xml" Id="Rba7e2f16bddc45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72962244ce4bb1" /><Relationship Type="http://schemas.openxmlformats.org/officeDocument/2006/relationships/notesMaster" Target="/ppt/notesMasters/notesMaster1.xml" Id="Rd1d61456179d46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909e83d39d4a8b" /><Relationship Type="http://schemas.openxmlformats.org/officeDocument/2006/relationships/notesMaster" Target="/ppt/notesMasters/notesMaster1.xml" Id="R9401501501cb4a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125c7368e043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e03c83152b4b7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4eaf8a0d99408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ce16caf5b64a2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ea6fd1208c46a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088583700340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C118F42-4B64-4240-B138-878B64581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97C305F-8776-47E9-AB98-330FF777AC5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A654B65-E32A-456E-936B-1FDF8FD179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D1EAA4D-94D1-4468-9E96-CE12E06D07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5F43124-72A9-457F-9B04-2B6C2E5D58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730C7E6-2F36-4F83-BE6D-DA622C5623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698508D-A3C7-4067-9700-52DBF86EC5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1158A6A-42D2-4133-8667-D308039ADDB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7FE7CC-2E18-4C49-8E5F-F44B4CAF06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079C23B-7C5F-4E0A-9F57-3AC2AEEBA9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aa999b3bc44409" /><Relationship Type="http://schemas.openxmlformats.org/officeDocument/2006/relationships/slideLayout" Target="/ppt/slideLayouts/slideLayout1.xml" Id="Rd16fc8c040bf42b1" /><Relationship Type="http://schemas.openxmlformats.org/officeDocument/2006/relationships/slideLayout" Target="/ppt/slideLayouts/slideLayout2.xml" Id="Rb1240a0c947d4add" /><Relationship Type="http://schemas.openxmlformats.org/officeDocument/2006/relationships/slideLayout" Target="/ppt/slideLayouts/slideLayout3.xml" Id="Rde72fd1b7a314316" /><Relationship Type="http://schemas.openxmlformats.org/officeDocument/2006/relationships/slideLayout" Target="/ppt/slideLayouts/slideLayout4.xml" Id="R806201bed1774b6f" /><Relationship Type="http://schemas.openxmlformats.org/officeDocument/2006/relationships/slideLayout" Target="/ppt/slideLayouts/slideLayout5.xml" Id="R93a082e81aaf4070" /><Relationship Type="http://schemas.openxmlformats.org/officeDocument/2006/relationships/slideLayout" Target="/ppt/slideLayouts/slideLayout6.xml" Id="Rbe99d406e3594a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6fc8c040bf42b1"/>
    <p:sldLayoutId xmlns:r="http://schemas.openxmlformats.org/officeDocument/2006/relationships" id="2147483650" r:id="Rb1240a0c947d4add"/>
    <p:sldLayoutId xmlns:r="http://schemas.openxmlformats.org/officeDocument/2006/relationships" id="2147483651" r:id="Rde72fd1b7a314316"/>
    <p:sldLayoutId xmlns:r="http://schemas.openxmlformats.org/officeDocument/2006/relationships" id="2147483652" r:id="R806201bed1774b6f"/>
    <p:sldLayoutId xmlns:r="http://schemas.openxmlformats.org/officeDocument/2006/relationships" id="2147483653" r:id="R93a082e81aaf4070"/>
    <p:sldLayoutId xmlns:r="http://schemas.openxmlformats.org/officeDocument/2006/relationships" id="2147483654" r:id="Rbe99d406e3594a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8dee62485b4c10" /><Relationship Type="http://schemas.openxmlformats.org/officeDocument/2006/relationships/notesSlide" Target="/ppt/notesSlides/notesSlide1.xml" Id="R0a1f6b70b70f40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54f8fa39b64cda" /><Relationship Type="http://schemas.openxmlformats.org/officeDocument/2006/relationships/notesSlide" Target="/ppt/notesSlides/notesSlide2.xml" Id="R3327d6763db94e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23fd1fb77f435a" /><Relationship Type="http://schemas.openxmlformats.org/officeDocument/2006/relationships/notesSlide" Target="/ppt/notesSlides/notesSlide3.xml" Id="Rdb511f1cfbfc41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cadb22f1e041b2" /><Relationship Type="http://schemas.openxmlformats.org/officeDocument/2006/relationships/notesSlide" Target="/ppt/notesSlides/notesSlide4.xml" Id="R17550de946f143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1d50d20ea445a2" /><Relationship Type="http://schemas.openxmlformats.org/officeDocument/2006/relationships/notesSlide" Target="/ppt/notesSlides/notesSlide5.xml" Id="R992d08808add42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5a19943e644c86" /><Relationship Type="http://schemas.openxmlformats.org/officeDocument/2006/relationships/notesSlide" Target="/ppt/notesSlides/notesSlide6.xml" Id="Rfee9825364d84f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cf29b0f3f64895" /><Relationship Type="http://schemas.openxmlformats.org/officeDocument/2006/relationships/notesSlide" Target="/ppt/notesSlides/notesSlide7.xml" Id="R1afa6107e40947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B5E9C2-BCA1-43A3-9C06-094B7CFD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88DED2"/>
                </a:solidFill>
              </a:defRPr>
            </a:defPPr>
            <a:lvl1pPr>
              <a:defRPr sz="1125" b="0">
                <a:solidFill>
                  <a:srgbClr val="88DED2"/>
                </a:solidFill>
              </a:defRPr>
            </a:lvl1pPr>
            <a:lvl2pPr>
              <a:defRPr sz="1125" b="0">
                <a:solidFill>
                  <a:srgbClr val="88DED2"/>
                </a:solidFill>
              </a:defRPr>
            </a:lvl2pPr>
            <a:lvl3pPr>
              <a:defRPr sz="1125" b="0">
                <a:solidFill>
                  <a:srgbClr val="88DED2"/>
                </a:solidFill>
              </a:defRPr>
            </a:lvl3pPr>
            <a:lvl4pPr>
              <a:defRPr sz="1125" b="0">
                <a:solidFill>
                  <a:srgbClr val="88DED2"/>
                </a:solidFill>
              </a:defRPr>
            </a:lvl4pPr>
            <a:lvl5pPr>
              <a:defRPr sz="1125" b="0">
                <a:solidFill>
                  <a:srgbClr val="88DED2"/>
                </a:solidFill>
              </a:defRPr>
            </a:lvl5pPr>
            <a:lvl6pPr>
              <a:defRPr sz="1125" b="0">
                <a:solidFill>
                  <a:srgbClr val="88DED2"/>
                </a:solidFill>
              </a:defRPr>
            </a:lvl6pPr>
            <a:lvl7pPr>
              <a:defRPr sz="1125" b="0">
                <a:solidFill>
                  <a:srgbClr val="88DED2"/>
                </a:solidFill>
              </a:defRPr>
            </a:lvl7pPr>
            <a:lvl8pPr>
              <a:defRPr sz="1125" b="0">
                <a:solidFill>
                  <a:srgbClr val="88DED2"/>
                </a:solidFill>
              </a:defRPr>
            </a:lvl8pPr>
            <a:lvl9pPr>
              <a:defRPr sz="1125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88DED2"/>
                </a:solidFill>
              </a:defRPr>
            </a:pPr>
            <a:r>
              <a:rPr sz="1125" b="0">
                <a:solidFill>
                  <a:srgbClr val="88DED2"/>
                </a:solidFill>
              </a:rPr>
              <a:t>CITYPULSE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8CFA2B-C3EF-443E-B141-D42A61DA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950" b="0">
                <a:solidFill>
                  <a:srgbClr val="EDF2FA"/>
                </a:solidFill>
              </a:defRPr>
            </a:defPPr>
            <a:lvl1pPr>
              <a:defRPr sz="4950" b="0">
                <a:solidFill>
                  <a:srgbClr val="EDF2FA"/>
                </a:solidFill>
              </a:defRPr>
            </a:lvl1pPr>
            <a:lvl2pPr>
              <a:defRPr sz="4950" b="0">
                <a:solidFill>
                  <a:srgbClr val="EDF2FA"/>
                </a:solidFill>
              </a:defRPr>
            </a:lvl2pPr>
            <a:lvl3pPr>
              <a:defRPr sz="4950" b="0">
                <a:solidFill>
                  <a:srgbClr val="EDF2FA"/>
                </a:solidFill>
              </a:defRPr>
            </a:lvl3pPr>
            <a:lvl4pPr>
              <a:defRPr sz="4950" b="0">
                <a:solidFill>
                  <a:srgbClr val="EDF2FA"/>
                </a:solidFill>
              </a:defRPr>
            </a:lvl4pPr>
            <a:lvl5pPr>
              <a:defRPr sz="4950" b="0">
                <a:solidFill>
                  <a:srgbClr val="EDF2FA"/>
                </a:solidFill>
              </a:defRPr>
            </a:lvl5pPr>
            <a:lvl6pPr>
              <a:defRPr sz="4950" b="0">
                <a:solidFill>
                  <a:srgbClr val="EDF2FA"/>
                </a:solidFill>
              </a:defRPr>
            </a:lvl6pPr>
            <a:lvl7pPr>
              <a:defRPr sz="4950" b="0">
                <a:solidFill>
                  <a:srgbClr val="EDF2FA"/>
                </a:solidFill>
              </a:defRPr>
            </a:lvl7pPr>
            <a:lvl8pPr>
              <a:defRPr sz="4950" b="0">
                <a:solidFill>
                  <a:srgbClr val="EDF2FA"/>
                </a:solidFill>
              </a:defRPr>
            </a:lvl8pPr>
            <a:lvl9pPr>
              <a:defRPr sz="4950" b="0">
                <a:solidFill>
                  <a:srgbClr val="EDF2FA"/>
                </a:solidFill>
              </a:defRPr>
            </a:lvl9pPr>
          </a:lstStyle>
          <a:p xmlns:a="http://schemas.openxmlformats.org/drawingml/2006/main">
            <a:pPr>
              <a:defRPr sz="4950" b="0">
                <a:solidFill>
                  <a:srgbClr val="EDF2FA"/>
                </a:solidFill>
              </a:defRPr>
            </a:pPr>
            <a:r>
              <a:rPr sz="4950" b="0">
                <a:solidFill>
                  <a:srgbClr val="EDF2FA"/>
                </a:solidFill>
              </a:rPr>
              <a:t>Urban intelligence, connected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12678-C4CF-4493-9CC5-207973DB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1038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CB8CC"/>
                </a:solidFill>
              </a:defRPr>
            </a:defPPr>
            <a:lvl1pPr>
              <a:defRPr sz="1800" b="0">
                <a:solidFill>
                  <a:srgbClr val="ACB8CC"/>
                </a:solidFill>
              </a:defRPr>
            </a:lvl1pPr>
            <a:lvl2pPr>
              <a:defRPr sz="1800" b="0">
                <a:solidFill>
                  <a:srgbClr val="ACB8CC"/>
                </a:solidFill>
              </a:defRPr>
            </a:lvl2pPr>
            <a:lvl3pPr>
              <a:defRPr sz="1800" b="0">
                <a:solidFill>
                  <a:srgbClr val="ACB8CC"/>
                </a:solidFill>
              </a:defRPr>
            </a:lvl3pPr>
            <a:lvl4pPr>
              <a:defRPr sz="1800" b="0">
                <a:solidFill>
                  <a:srgbClr val="ACB8CC"/>
                </a:solidFill>
              </a:defRPr>
            </a:lvl4pPr>
            <a:lvl5pPr>
              <a:defRPr sz="1800" b="0">
                <a:solidFill>
                  <a:srgbClr val="ACB8CC"/>
                </a:solidFill>
              </a:defRPr>
            </a:lvl5pPr>
            <a:lvl6pPr>
              <a:defRPr sz="1800" b="0">
                <a:solidFill>
                  <a:srgbClr val="ACB8CC"/>
                </a:solidFill>
              </a:defRPr>
            </a:lvl6pPr>
            <a:lvl7pPr>
              <a:defRPr sz="1800" b="0">
                <a:solidFill>
                  <a:srgbClr val="ACB8CC"/>
                </a:solidFill>
              </a:defRPr>
            </a:lvl7pPr>
            <a:lvl8pPr>
              <a:defRPr sz="1800" b="0">
                <a:solidFill>
                  <a:srgbClr val="ACB8CC"/>
                </a:solidFill>
              </a:defRPr>
            </a:lvl8pPr>
            <a:lvl9pPr>
              <a:defRPr sz="1800" b="0">
                <a:solidFill>
                  <a:srgbClr val="ACB8CC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A local foundation for supply and demand analysis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74197D-35B9-4DE6-BAAB-771E2221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857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8B9BB3"/>
                </a:solidFill>
              </a:defRPr>
            </a:defPPr>
            <a:lvl1pPr>
              <a:defRPr sz="900" b="0">
                <a:solidFill>
                  <a:srgbClr val="8B9BB3"/>
                </a:solidFill>
              </a:defRPr>
            </a:lvl1pPr>
            <a:lvl2pPr>
              <a:defRPr sz="900" b="0">
                <a:solidFill>
                  <a:srgbClr val="8B9BB3"/>
                </a:solidFill>
              </a:defRPr>
            </a:lvl2pPr>
            <a:lvl3pPr>
              <a:defRPr sz="900" b="0">
                <a:solidFill>
                  <a:srgbClr val="8B9BB3"/>
                </a:solidFill>
              </a:defRPr>
            </a:lvl3pPr>
            <a:lvl4pPr>
              <a:defRPr sz="900" b="0">
                <a:solidFill>
                  <a:srgbClr val="8B9BB3"/>
                </a:solidFill>
              </a:defRPr>
            </a:lvl4pPr>
            <a:lvl5pPr>
              <a:defRPr sz="900" b="0">
                <a:solidFill>
                  <a:srgbClr val="8B9BB3"/>
                </a:solidFill>
              </a:defRPr>
            </a:lvl5pPr>
            <a:lvl6pPr>
              <a:defRPr sz="900" b="0">
                <a:solidFill>
                  <a:srgbClr val="8B9BB3"/>
                </a:solidFill>
              </a:defRPr>
            </a:lvl6pPr>
            <a:lvl7pPr>
              <a:defRPr sz="900" b="0">
                <a:solidFill>
                  <a:srgbClr val="8B9BB3"/>
                </a:solidFill>
              </a:defRPr>
            </a:lvl7pPr>
            <a:lvl8pPr>
              <a:defRPr sz="900" b="0">
                <a:solidFill>
                  <a:srgbClr val="8B9BB3"/>
                </a:solidFill>
              </a:defRPr>
            </a:lvl8pPr>
            <a:lvl9pPr>
              <a:defRPr sz="900" b="0">
                <a:solidFill>
                  <a:srgbClr val="8B9BB3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8B9BB3"/>
                </a:solidFill>
              </a:defRPr>
            </a:pPr>
            <a:r>
              <a:rPr sz="900" b="0">
                <a:solidFill>
                  <a:srgbClr val="8B9BB3"/>
                </a:solidFill>
              </a:rPr>
              <a:t>LOCAL FOUNDATION / SYNTHETIC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F50372-42FE-41F9-BE03-476A44CC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143625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88DED2"/>
                </a:solidFill>
              </a:defRPr>
            </a:defPPr>
            <a:lvl1pPr>
              <a:defRPr sz="1500" b="0">
                <a:solidFill>
                  <a:srgbClr val="88DED2"/>
                </a:solidFill>
              </a:defRPr>
            </a:lvl1pPr>
            <a:lvl2pPr>
              <a:defRPr sz="1500" b="0">
                <a:solidFill>
                  <a:srgbClr val="88DED2"/>
                </a:solidFill>
              </a:defRPr>
            </a:lvl2pPr>
            <a:lvl3pPr>
              <a:defRPr sz="1500" b="0">
                <a:solidFill>
                  <a:srgbClr val="88DED2"/>
                </a:solidFill>
              </a:defRPr>
            </a:lvl3pPr>
            <a:lvl4pPr>
              <a:defRPr sz="1500" b="0">
                <a:solidFill>
                  <a:srgbClr val="88DED2"/>
                </a:solidFill>
              </a:defRPr>
            </a:lvl4pPr>
            <a:lvl5pPr>
              <a:defRPr sz="1500" b="0">
                <a:solidFill>
                  <a:srgbClr val="88DED2"/>
                </a:solidFill>
              </a:defRPr>
            </a:lvl5pPr>
            <a:lvl6pPr>
              <a:defRPr sz="1500" b="0">
                <a:solidFill>
                  <a:srgbClr val="88DED2"/>
                </a:solidFill>
              </a:defRPr>
            </a:lvl6pPr>
            <a:lvl7pPr>
              <a:defRPr sz="1500" b="0">
                <a:solidFill>
                  <a:srgbClr val="88DED2"/>
                </a:solidFill>
              </a:defRPr>
            </a:lvl7pPr>
            <a:lvl8pPr>
              <a:defRPr sz="1500" b="0">
                <a:solidFill>
                  <a:srgbClr val="88DED2"/>
                </a:solidFill>
              </a:defRPr>
            </a:lvl8pPr>
            <a:lvl9pPr>
              <a:defRPr sz="1500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88DED2"/>
                </a:solidFill>
              </a:defRPr>
            </a:pPr>
            <a:r>
              <a:rPr sz="1500" b="0">
                <a:solidFill>
                  <a:srgbClr val="88DED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204938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060AD-92F2-432C-BDFD-71F72F76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88DED2"/>
                </a:solidFill>
              </a:defRPr>
            </a:defPPr>
            <a:lvl1pPr>
              <a:defRPr sz="1125" b="0">
                <a:solidFill>
                  <a:srgbClr val="88DED2"/>
                </a:solidFill>
              </a:defRPr>
            </a:lvl1pPr>
            <a:lvl2pPr>
              <a:defRPr sz="1125" b="0">
                <a:solidFill>
                  <a:srgbClr val="88DED2"/>
                </a:solidFill>
              </a:defRPr>
            </a:lvl2pPr>
            <a:lvl3pPr>
              <a:defRPr sz="1125" b="0">
                <a:solidFill>
                  <a:srgbClr val="88DED2"/>
                </a:solidFill>
              </a:defRPr>
            </a:lvl3pPr>
            <a:lvl4pPr>
              <a:defRPr sz="1125" b="0">
                <a:solidFill>
                  <a:srgbClr val="88DED2"/>
                </a:solidFill>
              </a:defRPr>
            </a:lvl4pPr>
            <a:lvl5pPr>
              <a:defRPr sz="1125" b="0">
                <a:solidFill>
                  <a:srgbClr val="88DED2"/>
                </a:solidFill>
              </a:defRPr>
            </a:lvl5pPr>
            <a:lvl6pPr>
              <a:defRPr sz="1125" b="0">
                <a:solidFill>
                  <a:srgbClr val="88DED2"/>
                </a:solidFill>
              </a:defRPr>
            </a:lvl6pPr>
            <a:lvl7pPr>
              <a:defRPr sz="1125" b="0">
                <a:solidFill>
                  <a:srgbClr val="88DED2"/>
                </a:solidFill>
              </a:defRPr>
            </a:lvl7pPr>
            <a:lvl8pPr>
              <a:defRPr sz="1125" b="0">
                <a:solidFill>
                  <a:srgbClr val="88DED2"/>
                </a:solidFill>
              </a:defRPr>
            </a:lvl8pPr>
            <a:lvl9pPr>
              <a:defRPr sz="1125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88DED2"/>
                </a:solidFill>
              </a:defRPr>
            </a:pPr>
            <a:r>
              <a:rPr sz="1125" b="0">
                <a:solidFill>
                  <a:srgbClr val="88DED2"/>
                </a:solidFill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8CA1F-897D-417E-B740-0A3CA816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0">
                <a:solidFill>
                  <a:srgbClr val="EDF2FA"/>
                </a:solidFill>
              </a:defRPr>
            </a:defPPr>
            <a:lvl1pPr>
              <a:defRPr sz="3675" b="0">
                <a:solidFill>
                  <a:srgbClr val="EDF2FA"/>
                </a:solidFill>
              </a:defRPr>
            </a:lvl1pPr>
            <a:lvl2pPr>
              <a:defRPr sz="3675" b="0">
                <a:solidFill>
                  <a:srgbClr val="EDF2FA"/>
                </a:solidFill>
              </a:defRPr>
            </a:lvl2pPr>
            <a:lvl3pPr>
              <a:defRPr sz="3675" b="0">
                <a:solidFill>
                  <a:srgbClr val="EDF2FA"/>
                </a:solidFill>
              </a:defRPr>
            </a:lvl3pPr>
            <a:lvl4pPr>
              <a:defRPr sz="3675" b="0">
                <a:solidFill>
                  <a:srgbClr val="EDF2FA"/>
                </a:solidFill>
              </a:defRPr>
            </a:lvl4pPr>
            <a:lvl5pPr>
              <a:defRPr sz="3675" b="0">
                <a:solidFill>
                  <a:srgbClr val="EDF2FA"/>
                </a:solidFill>
              </a:defRPr>
            </a:lvl5pPr>
            <a:lvl6pPr>
              <a:defRPr sz="3675" b="0">
                <a:solidFill>
                  <a:srgbClr val="EDF2FA"/>
                </a:solidFill>
              </a:defRPr>
            </a:lvl6pPr>
            <a:lvl7pPr>
              <a:defRPr sz="3675" b="0">
                <a:solidFill>
                  <a:srgbClr val="EDF2FA"/>
                </a:solidFill>
              </a:defRPr>
            </a:lvl7pPr>
            <a:lvl8pPr>
              <a:defRPr sz="3675" b="0">
                <a:solidFill>
                  <a:srgbClr val="EDF2FA"/>
                </a:solidFill>
              </a:defRPr>
            </a:lvl8pPr>
            <a:lvl9pPr>
              <a:defRPr sz="3675" b="0">
                <a:solidFill>
                  <a:srgbClr val="EDF2FA"/>
                </a:solidFill>
              </a:defRPr>
            </a:lvl9pPr>
          </a:lstStyle>
          <a:p xmlns:a="http://schemas.openxmlformats.org/drawingml/2006/main">
            <a:pPr>
              <a:defRPr sz="3675" b="0">
                <a:solidFill>
                  <a:srgbClr val="EDF2FA"/>
                </a:solidFill>
              </a:defRPr>
            </a:pPr>
            <a:r>
              <a:rPr sz="3675" b="0">
                <a:solidFill>
                  <a:srgbClr val="EDF2FA"/>
                </a:solidFill>
              </a:rPr>
              <a:t>Geography gives observations their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FA30F-3508-4AB7-B0C9-5F01C0FE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1038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CB8CC"/>
                </a:solidFill>
              </a:defRPr>
            </a:defPPr>
            <a:lvl1pPr>
              <a:defRPr sz="1800" b="0">
                <a:solidFill>
                  <a:srgbClr val="ACB8CC"/>
                </a:solidFill>
              </a:defRPr>
            </a:lvl1pPr>
            <a:lvl2pPr>
              <a:defRPr sz="1800" b="0">
                <a:solidFill>
                  <a:srgbClr val="ACB8CC"/>
                </a:solidFill>
              </a:defRPr>
            </a:lvl2pPr>
            <a:lvl3pPr>
              <a:defRPr sz="1800" b="0">
                <a:solidFill>
                  <a:srgbClr val="ACB8CC"/>
                </a:solidFill>
              </a:defRPr>
            </a:lvl3pPr>
            <a:lvl4pPr>
              <a:defRPr sz="1800" b="0">
                <a:solidFill>
                  <a:srgbClr val="ACB8CC"/>
                </a:solidFill>
              </a:defRPr>
            </a:lvl4pPr>
            <a:lvl5pPr>
              <a:defRPr sz="1800" b="0">
                <a:solidFill>
                  <a:srgbClr val="ACB8CC"/>
                </a:solidFill>
              </a:defRPr>
            </a:lvl5pPr>
            <a:lvl6pPr>
              <a:defRPr sz="1800" b="0">
                <a:solidFill>
                  <a:srgbClr val="ACB8CC"/>
                </a:solidFill>
              </a:defRPr>
            </a:lvl6pPr>
            <a:lvl7pPr>
              <a:defRPr sz="1800" b="0">
                <a:solidFill>
                  <a:srgbClr val="ACB8CC"/>
                </a:solidFill>
              </a:defRPr>
            </a:lvl7pPr>
            <a:lvl8pPr>
              <a:defRPr sz="1800" b="0">
                <a:solidFill>
                  <a:srgbClr val="ACB8CC"/>
                </a:solidFill>
              </a:defRPr>
            </a:lvl8pPr>
            <a:lvl9pPr>
              <a:defRPr sz="1800" b="0">
                <a:solidFill>
                  <a:srgbClr val="ACB8CC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Analysts compare district needs. City planners investigate service gaps.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Business owners explore authorized aggregates. Providers submit licensed records.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Citizens inspect published evidence. Administrators govern access.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836A90-82B4-40AF-B7B0-7659068D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857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8B9BB3"/>
                </a:solidFill>
              </a:defRPr>
            </a:defPPr>
            <a:lvl1pPr>
              <a:defRPr sz="900" b="0">
                <a:solidFill>
                  <a:srgbClr val="8B9BB3"/>
                </a:solidFill>
              </a:defRPr>
            </a:lvl1pPr>
            <a:lvl2pPr>
              <a:defRPr sz="900" b="0">
                <a:solidFill>
                  <a:srgbClr val="8B9BB3"/>
                </a:solidFill>
              </a:defRPr>
            </a:lvl2pPr>
            <a:lvl3pPr>
              <a:defRPr sz="900" b="0">
                <a:solidFill>
                  <a:srgbClr val="8B9BB3"/>
                </a:solidFill>
              </a:defRPr>
            </a:lvl3pPr>
            <a:lvl4pPr>
              <a:defRPr sz="900" b="0">
                <a:solidFill>
                  <a:srgbClr val="8B9BB3"/>
                </a:solidFill>
              </a:defRPr>
            </a:lvl4pPr>
            <a:lvl5pPr>
              <a:defRPr sz="900" b="0">
                <a:solidFill>
                  <a:srgbClr val="8B9BB3"/>
                </a:solidFill>
              </a:defRPr>
            </a:lvl5pPr>
            <a:lvl6pPr>
              <a:defRPr sz="900" b="0">
                <a:solidFill>
                  <a:srgbClr val="8B9BB3"/>
                </a:solidFill>
              </a:defRPr>
            </a:lvl6pPr>
            <a:lvl7pPr>
              <a:defRPr sz="900" b="0">
                <a:solidFill>
                  <a:srgbClr val="8B9BB3"/>
                </a:solidFill>
              </a:defRPr>
            </a:lvl7pPr>
            <a:lvl8pPr>
              <a:defRPr sz="900" b="0">
                <a:solidFill>
                  <a:srgbClr val="8B9BB3"/>
                </a:solidFill>
              </a:defRPr>
            </a:lvl8pPr>
            <a:lvl9pPr>
              <a:defRPr sz="900" b="0">
                <a:solidFill>
                  <a:srgbClr val="8B9BB3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8B9BB3"/>
                </a:solidFill>
              </a:defRPr>
            </a:pPr>
            <a:r>
              <a:rPr sz="900" b="0">
                <a:solidFill>
                  <a:srgbClr val="8B9BB3"/>
                </a:solidFill>
              </a:rPr>
              <a:t>LOCAL FOUNDATION / SYNTHETIC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D48C4-62D8-4C4F-B517-ED26BF4E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143625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88DED2"/>
                </a:solidFill>
              </a:defRPr>
            </a:defPPr>
            <a:lvl1pPr>
              <a:defRPr sz="1500" b="0">
                <a:solidFill>
                  <a:srgbClr val="88DED2"/>
                </a:solidFill>
              </a:defRPr>
            </a:lvl1pPr>
            <a:lvl2pPr>
              <a:defRPr sz="1500" b="0">
                <a:solidFill>
                  <a:srgbClr val="88DED2"/>
                </a:solidFill>
              </a:defRPr>
            </a:lvl2pPr>
            <a:lvl3pPr>
              <a:defRPr sz="1500" b="0">
                <a:solidFill>
                  <a:srgbClr val="88DED2"/>
                </a:solidFill>
              </a:defRPr>
            </a:lvl3pPr>
            <a:lvl4pPr>
              <a:defRPr sz="1500" b="0">
                <a:solidFill>
                  <a:srgbClr val="88DED2"/>
                </a:solidFill>
              </a:defRPr>
            </a:lvl4pPr>
            <a:lvl5pPr>
              <a:defRPr sz="1500" b="0">
                <a:solidFill>
                  <a:srgbClr val="88DED2"/>
                </a:solidFill>
              </a:defRPr>
            </a:lvl5pPr>
            <a:lvl6pPr>
              <a:defRPr sz="1500" b="0">
                <a:solidFill>
                  <a:srgbClr val="88DED2"/>
                </a:solidFill>
              </a:defRPr>
            </a:lvl6pPr>
            <a:lvl7pPr>
              <a:defRPr sz="1500" b="0">
                <a:solidFill>
                  <a:srgbClr val="88DED2"/>
                </a:solidFill>
              </a:defRPr>
            </a:lvl7pPr>
            <a:lvl8pPr>
              <a:defRPr sz="1500" b="0">
                <a:solidFill>
                  <a:srgbClr val="88DED2"/>
                </a:solidFill>
              </a:defRPr>
            </a:lvl8pPr>
            <a:lvl9pPr>
              <a:defRPr sz="1500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88DED2"/>
                </a:solidFill>
              </a:defRPr>
            </a:pPr>
            <a:r>
              <a:rPr sz="1500" b="0">
                <a:solidFill>
                  <a:srgbClr val="88DED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904628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15D2F-2808-4FF5-A671-7B271AB0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88DED2"/>
                </a:solidFill>
              </a:defRPr>
            </a:defPPr>
            <a:lvl1pPr>
              <a:defRPr sz="1125" b="0">
                <a:solidFill>
                  <a:srgbClr val="88DED2"/>
                </a:solidFill>
              </a:defRPr>
            </a:lvl1pPr>
            <a:lvl2pPr>
              <a:defRPr sz="1125" b="0">
                <a:solidFill>
                  <a:srgbClr val="88DED2"/>
                </a:solidFill>
              </a:defRPr>
            </a:lvl2pPr>
            <a:lvl3pPr>
              <a:defRPr sz="1125" b="0">
                <a:solidFill>
                  <a:srgbClr val="88DED2"/>
                </a:solidFill>
              </a:defRPr>
            </a:lvl3pPr>
            <a:lvl4pPr>
              <a:defRPr sz="1125" b="0">
                <a:solidFill>
                  <a:srgbClr val="88DED2"/>
                </a:solidFill>
              </a:defRPr>
            </a:lvl4pPr>
            <a:lvl5pPr>
              <a:defRPr sz="1125" b="0">
                <a:solidFill>
                  <a:srgbClr val="88DED2"/>
                </a:solidFill>
              </a:defRPr>
            </a:lvl5pPr>
            <a:lvl6pPr>
              <a:defRPr sz="1125" b="0">
                <a:solidFill>
                  <a:srgbClr val="88DED2"/>
                </a:solidFill>
              </a:defRPr>
            </a:lvl6pPr>
            <a:lvl7pPr>
              <a:defRPr sz="1125" b="0">
                <a:solidFill>
                  <a:srgbClr val="88DED2"/>
                </a:solidFill>
              </a:defRPr>
            </a:lvl7pPr>
            <a:lvl8pPr>
              <a:defRPr sz="1125" b="0">
                <a:solidFill>
                  <a:srgbClr val="88DED2"/>
                </a:solidFill>
              </a:defRPr>
            </a:lvl8pPr>
            <a:lvl9pPr>
              <a:defRPr sz="1125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88DED2"/>
                </a:solidFill>
              </a:defRPr>
            </a:pPr>
            <a:r>
              <a:rPr sz="1125" b="0">
                <a:solidFill>
                  <a:srgbClr val="88DED2"/>
                </a:solidFill>
              </a:rPr>
              <a:t>THE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EF6B6D-E042-45BB-9387-307314CF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0">
                <a:solidFill>
                  <a:srgbClr val="EDF2FA"/>
                </a:solidFill>
              </a:defRPr>
            </a:defPPr>
            <a:lvl1pPr>
              <a:defRPr sz="3675" b="0">
                <a:solidFill>
                  <a:srgbClr val="EDF2FA"/>
                </a:solidFill>
              </a:defRPr>
            </a:lvl1pPr>
            <a:lvl2pPr>
              <a:defRPr sz="3675" b="0">
                <a:solidFill>
                  <a:srgbClr val="EDF2FA"/>
                </a:solidFill>
              </a:defRPr>
            </a:lvl2pPr>
            <a:lvl3pPr>
              <a:defRPr sz="3675" b="0">
                <a:solidFill>
                  <a:srgbClr val="EDF2FA"/>
                </a:solidFill>
              </a:defRPr>
            </a:lvl3pPr>
            <a:lvl4pPr>
              <a:defRPr sz="3675" b="0">
                <a:solidFill>
                  <a:srgbClr val="EDF2FA"/>
                </a:solidFill>
              </a:defRPr>
            </a:lvl4pPr>
            <a:lvl5pPr>
              <a:defRPr sz="3675" b="0">
                <a:solidFill>
                  <a:srgbClr val="EDF2FA"/>
                </a:solidFill>
              </a:defRPr>
            </a:lvl5pPr>
            <a:lvl6pPr>
              <a:defRPr sz="3675" b="0">
                <a:solidFill>
                  <a:srgbClr val="EDF2FA"/>
                </a:solidFill>
              </a:defRPr>
            </a:lvl6pPr>
            <a:lvl7pPr>
              <a:defRPr sz="3675" b="0">
                <a:solidFill>
                  <a:srgbClr val="EDF2FA"/>
                </a:solidFill>
              </a:defRPr>
            </a:lvl7pPr>
            <a:lvl8pPr>
              <a:defRPr sz="3675" b="0">
                <a:solidFill>
                  <a:srgbClr val="EDF2FA"/>
                </a:solidFill>
              </a:defRPr>
            </a:lvl8pPr>
            <a:lvl9pPr>
              <a:defRPr sz="3675" b="0">
                <a:solidFill>
                  <a:srgbClr val="EDF2FA"/>
                </a:solidFill>
              </a:defRPr>
            </a:lvl9pPr>
          </a:lstStyle>
          <a:p xmlns:a="http://schemas.openxmlformats.org/drawingml/2006/main">
            <a:pPr>
              <a:defRPr sz="3675" b="0">
                <a:solidFill>
                  <a:srgbClr val="EDF2FA"/>
                </a:solidFill>
              </a:defRPr>
            </a:pPr>
            <a:r>
              <a:rPr sz="3675" b="0">
                <a:solidFill>
                  <a:srgbClr val="EDF2FA"/>
                </a:solidFill>
              </a:rPr>
              <a:t>A modular API with isolated inference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6405D-DD3E-4D0D-9A4A-72BA4BDC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1038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CB8CC"/>
                </a:solidFill>
              </a:defRPr>
            </a:defPPr>
            <a:lvl1pPr>
              <a:defRPr sz="1800" b="0">
                <a:solidFill>
                  <a:srgbClr val="ACB8CC"/>
                </a:solidFill>
              </a:defRPr>
            </a:lvl1pPr>
            <a:lvl2pPr>
              <a:defRPr sz="1800" b="0">
                <a:solidFill>
                  <a:srgbClr val="ACB8CC"/>
                </a:solidFill>
              </a:defRPr>
            </a:lvl2pPr>
            <a:lvl3pPr>
              <a:defRPr sz="1800" b="0">
                <a:solidFill>
                  <a:srgbClr val="ACB8CC"/>
                </a:solidFill>
              </a:defRPr>
            </a:lvl3pPr>
            <a:lvl4pPr>
              <a:defRPr sz="1800" b="0">
                <a:solidFill>
                  <a:srgbClr val="ACB8CC"/>
                </a:solidFill>
              </a:defRPr>
            </a:lvl4pPr>
            <a:lvl5pPr>
              <a:defRPr sz="1800" b="0">
                <a:solidFill>
                  <a:srgbClr val="ACB8CC"/>
                </a:solidFill>
              </a:defRPr>
            </a:lvl5pPr>
            <a:lvl6pPr>
              <a:defRPr sz="1800" b="0">
                <a:solidFill>
                  <a:srgbClr val="ACB8CC"/>
                </a:solidFill>
              </a:defRPr>
            </a:lvl6pPr>
            <a:lvl7pPr>
              <a:defRPr sz="1800" b="0">
                <a:solidFill>
                  <a:srgbClr val="ACB8CC"/>
                </a:solidFill>
              </a:defRPr>
            </a:lvl7pPr>
            <a:lvl8pPr>
              <a:defRPr sz="1800" b="0">
                <a:solidFill>
                  <a:srgbClr val="ACB8CC"/>
                </a:solidFill>
              </a:defRPr>
            </a:lvl8pPr>
            <a:lvl9pPr>
              <a:defRPr sz="1800" b="0">
                <a:solidFill>
                  <a:srgbClr val="ACB8CC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Next.js serves the web workspace. Java 21 and Spring Boot own tenant-scoped operations.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FastAPI runs bounded forecasting. PostGIS stores authoritative geography.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Redis limits requests and caches short-lived registry reads.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E1316-68D5-4BF0-8DFD-8DF93DD9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857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8B9BB3"/>
                </a:solidFill>
              </a:defRPr>
            </a:defPPr>
            <a:lvl1pPr>
              <a:defRPr sz="900" b="0">
                <a:solidFill>
                  <a:srgbClr val="8B9BB3"/>
                </a:solidFill>
              </a:defRPr>
            </a:lvl1pPr>
            <a:lvl2pPr>
              <a:defRPr sz="900" b="0">
                <a:solidFill>
                  <a:srgbClr val="8B9BB3"/>
                </a:solidFill>
              </a:defRPr>
            </a:lvl2pPr>
            <a:lvl3pPr>
              <a:defRPr sz="900" b="0">
                <a:solidFill>
                  <a:srgbClr val="8B9BB3"/>
                </a:solidFill>
              </a:defRPr>
            </a:lvl3pPr>
            <a:lvl4pPr>
              <a:defRPr sz="900" b="0">
                <a:solidFill>
                  <a:srgbClr val="8B9BB3"/>
                </a:solidFill>
              </a:defRPr>
            </a:lvl4pPr>
            <a:lvl5pPr>
              <a:defRPr sz="900" b="0">
                <a:solidFill>
                  <a:srgbClr val="8B9BB3"/>
                </a:solidFill>
              </a:defRPr>
            </a:lvl5pPr>
            <a:lvl6pPr>
              <a:defRPr sz="900" b="0">
                <a:solidFill>
                  <a:srgbClr val="8B9BB3"/>
                </a:solidFill>
              </a:defRPr>
            </a:lvl6pPr>
            <a:lvl7pPr>
              <a:defRPr sz="900" b="0">
                <a:solidFill>
                  <a:srgbClr val="8B9BB3"/>
                </a:solidFill>
              </a:defRPr>
            </a:lvl7pPr>
            <a:lvl8pPr>
              <a:defRPr sz="900" b="0">
                <a:solidFill>
                  <a:srgbClr val="8B9BB3"/>
                </a:solidFill>
              </a:defRPr>
            </a:lvl8pPr>
            <a:lvl9pPr>
              <a:defRPr sz="900" b="0">
                <a:solidFill>
                  <a:srgbClr val="8B9BB3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8B9BB3"/>
                </a:solidFill>
              </a:defRPr>
            </a:pPr>
            <a:r>
              <a:rPr sz="900" b="0">
                <a:solidFill>
                  <a:srgbClr val="8B9BB3"/>
                </a:solidFill>
              </a:rPr>
              <a:t>LOCAL FOUNDATION / SYNTHETIC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E43D3E-99EF-46B6-B13C-009CC003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143625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88DED2"/>
                </a:solidFill>
              </a:defRPr>
            </a:defPPr>
            <a:lvl1pPr>
              <a:defRPr sz="1500" b="0">
                <a:solidFill>
                  <a:srgbClr val="88DED2"/>
                </a:solidFill>
              </a:defRPr>
            </a:lvl1pPr>
            <a:lvl2pPr>
              <a:defRPr sz="1500" b="0">
                <a:solidFill>
                  <a:srgbClr val="88DED2"/>
                </a:solidFill>
              </a:defRPr>
            </a:lvl2pPr>
            <a:lvl3pPr>
              <a:defRPr sz="1500" b="0">
                <a:solidFill>
                  <a:srgbClr val="88DED2"/>
                </a:solidFill>
              </a:defRPr>
            </a:lvl3pPr>
            <a:lvl4pPr>
              <a:defRPr sz="1500" b="0">
                <a:solidFill>
                  <a:srgbClr val="88DED2"/>
                </a:solidFill>
              </a:defRPr>
            </a:lvl4pPr>
            <a:lvl5pPr>
              <a:defRPr sz="1500" b="0">
                <a:solidFill>
                  <a:srgbClr val="88DED2"/>
                </a:solidFill>
              </a:defRPr>
            </a:lvl5pPr>
            <a:lvl6pPr>
              <a:defRPr sz="1500" b="0">
                <a:solidFill>
                  <a:srgbClr val="88DED2"/>
                </a:solidFill>
              </a:defRPr>
            </a:lvl6pPr>
            <a:lvl7pPr>
              <a:defRPr sz="1500" b="0">
                <a:solidFill>
                  <a:srgbClr val="88DED2"/>
                </a:solidFill>
              </a:defRPr>
            </a:lvl7pPr>
            <a:lvl8pPr>
              <a:defRPr sz="1500" b="0">
                <a:solidFill>
                  <a:srgbClr val="88DED2"/>
                </a:solidFill>
              </a:defRPr>
            </a:lvl8pPr>
            <a:lvl9pPr>
              <a:defRPr sz="1500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88DED2"/>
                </a:solidFill>
              </a:defRPr>
            </a:pPr>
            <a:r>
              <a:rPr sz="1500" b="0">
                <a:solidFill>
                  <a:srgbClr val="88DED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519701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7740D-5716-4610-BA41-B48A8B4B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88DED2"/>
                </a:solidFill>
              </a:defRPr>
            </a:defPPr>
            <a:lvl1pPr>
              <a:defRPr sz="1125" b="0">
                <a:solidFill>
                  <a:srgbClr val="88DED2"/>
                </a:solidFill>
              </a:defRPr>
            </a:lvl1pPr>
            <a:lvl2pPr>
              <a:defRPr sz="1125" b="0">
                <a:solidFill>
                  <a:srgbClr val="88DED2"/>
                </a:solidFill>
              </a:defRPr>
            </a:lvl2pPr>
            <a:lvl3pPr>
              <a:defRPr sz="1125" b="0">
                <a:solidFill>
                  <a:srgbClr val="88DED2"/>
                </a:solidFill>
              </a:defRPr>
            </a:lvl3pPr>
            <a:lvl4pPr>
              <a:defRPr sz="1125" b="0">
                <a:solidFill>
                  <a:srgbClr val="88DED2"/>
                </a:solidFill>
              </a:defRPr>
            </a:lvl4pPr>
            <a:lvl5pPr>
              <a:defRPr sz="1125" b="0">
                <a:solidFill>
                  <a:srgbClr val="88DED2"/>
                </a:solidFill>
              </a:defRPr>
            </a:lvl5pPr>
            <a:lvl6pPr>
              <a:defRPr sz="1125" b="0">
                <a:solidFill>
                  <a:srgbClr val="88DED2"/>
                </a:solidFill>
              </a:defRPr>
            </a:lvl6pPr>
            <a:lvl7pPr>
              <a:defRPr sz="1125" b="0">
                <a:solidFill>
                  <a:srgbClr val="88DED2"/>
                </a:solidFill>
              </a:defRPr>
            </a:lvl7pPr>
            <a:lvl8pPr>
              <a:defRPr sz="1125" b="0">
                <a:solidFill>
                  <a:srgbClr val="88DED2"/>
                </a:solidFill>
              </a:defRPr>
            </a:lvl8pPr>
            <a:lvl9pPr>
              <a:defRPr sz="1125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88DED2"/>
                </a:solidFill>
              </a:defRPr>
            </a:pPr>
            <a:r>
              <a:rPr sz="1125" b="0">
                <a:solidFill>
                  <a:srgbClr val="88DED2"/>
                </a:solidFill>
              </a:rPr>
              <a:t>THE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1240F-AEBD-41AB-8F2A-FD149980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0">
                <a:solidFill>
                  <a:srgbClr val="EDF2FA"/>
                </a:solidFill>
              </a:defRPr>
            </a:defPPr>
            <a:lvl1pPr>
              <a:defRPr sz="3675" b="0">
                <a:solidFill>
                  <a:srgbClr val="EDF2FA"/>
                </a:solidFill>
              </a:defRPr>
            </a:lvl1pPr>
            <a:lvl2pPr>
              <a:defRPr sz="3675" b="0">
                <a:solidFill>
                  <a:srgbClr val="EDF2FA"/>
                </a:solidFill>
              </a:defRPr>
            </a:lvl2pPr>
            <a:lvl3pPr>
              <a:defRPr sz="3675" b="0">
                <a:solidFill>
                  <a:srgbClr val="EDF2FA"/>
                </a:solidFill>
              </a:defRPr>
            </a:lvl3pPr>
            <a:lvl4pPr>
              <a:defRPr sz="3675" b="0">
                <a:solidFill>
                  <a:srgbClr val="EDF2FA"/>
                </a:solidFill>
              </a:defRPr>
            </a:lvl4pPr>
            <a:lvl5pPr>
              <a:defRPr sz="3675" b="0">
                <a:solidFill>
                  <a:srgbClr val="EDF2FA"/>
                </a:solidFill>
              </a:defRPr>
            </a:lvl5pPr>
            <a:lvl6pPr>
              <a:defRPr sz="3675" b="0">
                <a:solidFill>
                  <a:srgbClr val="EDF2FA"/>
                </a:solidFill>
              </a:defRPr>
            </a:lvl6pPr>
            <a:lvl7pPr>
              <a:defRPr sz="3675" b="0">
                <a:solidFill>
                  <a:srgbClr val="EDF2FA"/>
                </a:solidFill>
              </a:defRPr>
            </a:lvl7pPr>
            <a:lvl8pPr>
              <a:defRPr sz="3675" b="0">
                <a:solidFill>
                  <a:srgbClr val="EDF2FA"/>
                </a:solidFill>
              </a:defRPr>
            </a:lvl8pPr>
            <a:lvl9pPr>
              <a:defRPr sz="3675" b="0">
                <a:solidFill>
                  <a:srgbClr val="EDF2FA"/>
                </a:solidFill>
              </a:defRPr>
            </a:lvl9pPr>
          </a:lstStyle>
          <a:p xmlns:a="http://schemas.openxmlformats.org/drawingml/2006/main">
            <a:pPr>
              <a:defRPr sz="3675" b="0">
                <a:solidFill>
                  <a:srgbClr val="EDF2FA"/>
                </a:solidFill>
              </a:defRPr>
            </a:pPr>
            <a:r>
              <a:rPr sz="3675" b="0">
                <a:solidFill>
                  <a:srgbClr val="EDF2FA"/>
                </a:solidFill>
              </a:rPr>
              <a:t>Every observation needs a source and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113E94-AE50-4707-A06E-27AF57ED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1038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CB8CC"/>
                </a:solidFill>
              </a:defRPr>
            </a:defPPr>
            <a:lvl1pPr>
              <a:defRPr sz="1800" b="0">
                <a:solidFill>
                  <a:srgbClr val="ACB8CC"/>
                </a:solidFill>
              </a:defRPr>
            </a:lvl1pPr>
            <a:lvl2pPr>
              <a:defRPr sz="1800" b="0">
                <a:solidFill>
                  <a:srgbClr val="ACB8CC"/>
                </a:solidFill>
              </a:defRPr>
            </a:lvl2pPr>
            <a:lvl3pPr>
              <a:defRPr sz="1800" b="0">
                <a:solidFill>
                  <a:srgbClr val="ACB8CC"/>
                </a:solidFill>
              </a:defRPr>
            </a:lvl3pPr>
            <a:lvl4pPr>
              <a:defRPr sz="1800" b="0">
                <a:solidFill>
                  <a:srgbClr val="ACB8CC"/>
                </a:solidFill>
              </a:defRPr>
            </a:lvl4pPr>
            <a:lvl5pPr>
              <a:defRPr sz="1800" b="0">
                <a:solidFill>
                  <a:srgbClr val="ACB8CC"/>
                </a:solidFill>
              </a:defRPr>
            </a:lvl5pPr>
            <a:lvl6pPr>
              <a:defRPr sz="1800" b="0">
                <a:solidFill>
                  <a:srgbClr val="ACB8CC"/>
                </a:solidFill>
              </a:defRPr>
            </a:lvl6pPr>
            <a:lvl7pPr>
              <a:defRPr sz="1800" b="0">
                <a:solidFill>
                  <a:srgbClr val="ACB8CC"/>
                </a:solidFill>
              </a:defRPr>
            </a:lvl7pPr>
            <a:lvl8pPr>
              <a:defRPr sz="1800" b="0">
                <a:solidFill>
                  <a:srgbClr val="ACB8CC"/>
                </a:solidFill>
              </a:defRPr>
            </a:lvl8pPr>
            <a:lvl9pPr>
              <a:defRPr sz="1800" b="0">
                <a:solidFill>
                  <a:srgbClr val="ACB8CC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WGS84 geography, controlled units, UTC timestamps and explicit city timezones.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Source licensing, payload digests, quality diagnostics and idempotent imports.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CSV, JSON and GeoJSON development inputs remain visibly synthetic.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441020-A757-43FA-B720-D73AFB86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857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8B9BB3"/>
                </a:solidFill>
              </a:defRPr>
            </a:defPPr>
            <a:lvl1pPr>
              <a:defRPr sz="900" b="0">
                <a:solidFill>
                  <a:srgbClr val="8B9BB3"/>
                </a:solidFill>
              </a:defRPr>
            </a:lvl1pPr>
            <a:lvl2pPr>
              <a:defRPr sz="900" b="0">
                <a:solidFill>
                  <a:srgbClr val="8B9BB3"/>
                </a:solidFill>
              </a:defRPr>
            </a:lvl2pPr>
            <a:lvl3pPr>
              <a:defRPr sz="900" b="0">
                <a:solidFill>
                  <a:srgbClr val="8B9BB3"/>
                </a:solidFill>
              </a:defRPr>
            </a:lvl3pPr>
            <a:lvl4pPr>
              <a:defRPr sz="900" b="0">
                <a:solidFill>
                  <a:srgbClr val="8B9BB3"/>
                </a:solidFill>
              </a:defRPr>
            </a:lvl4pPr>
            <a:lvl5pPr>
              <a:defRPr sz="900" b="0">
                <a:solidFill>
                  <a:srgbClr val="8B9BB3"/>
                </a:solidFill>
              </a:defRPr>
            </a:lvl5pPr>
            <a:lvl6pPr>
              <a:defRPr sz="900" b="0">
                <a:solidFill>
                  <a:srgbClr val="8B9BB3"/>
                </a:solidFill>
              </a:defRPr>
            </a:lvl6pPr>
            <a:lvl7pPr>
              <a:defRPr sz="900" b="0">
                <a:solidFill>
                  <a:srgbClr val="8B9BB3"/>
                </a:solidFill>
              </a:defRPr>
            </a:lvl7pPr>
            <a:lvl8pPr>
              <a:defRPr sz="900" b="0">
                <a:solidFill>
                  <a:srgbClr val="8B9BB3"/>
                </a:solidFill>
              </a:defRPr>
            </a:lvl8pPr>
            <a:lvl9pPr>
              <a:defRPr sz="900" b="0">
                <a:solidFill>
                  <a:srgbClr val="8B9BB3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8B9BB3"/>
                </a:solidFill>
              </a:defRPr>
            </a:pPr>
            <a:r>
              <a:rPr sz="900" b="0">
                <a:solidFill>
                  <a:srgbClr val="8B9BB3"/>
                </a:solidFill>
              </a:rPr>
              <a:t>LOCAL FOUNDATION / SYNTHETIC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5389E5-BB7F-4D63-BEC5-845A089C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143625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88DED2"/>
                </a:solidFill>
              </a:defRPr>
            </a:defPPr>
            <a:lvl1pPr>
              <a:defRPr sz="1500" b="0">
                <a:solidFill>
                  <a:srgbClr val="88DED2"/>
                </a:solidFill>
              </a:defRPr>
            </a:lvl1pPr>
            <a:lvl2pPr>
              <a:defRPr sz="1500" b="0">
                <a:solidFill>
                  <a:srgbClr val="88DED2"/>
                </a:solidFill>
              </a:defRPr>
            </a:lvl2pPr>
            <a:lvl3pPr>
              <a:defRPr sz="1500" b="0">
                <a:solidFill>
                  <a:srgbClr val="88DED2"/>
                </a:solidFill>
              </a:defRPr>
            </a:lvl3pPr>
            <a:lvl4pPr>
              <a:defRPr sz="1500" b="0">
                <a:solidFill>
                  <a:srgbClr val="88DED2"/>
                </a:solidFill>
              </a:defRPr>
            </a:lvl4pPr>
            <a:lvl5pPr>
              <a:defRPr sz="1500" b="0">
                <a:solidFill>
                  <a:srgbClr val="88DED2"/>
                </a:solidFill>
              </a:defRPr>
            </a:lvl5pPr>
            <a:lvl6pPr>
              <a:defRPr sz="1500" b="0">
                <a:solidFill>
                  <a:srgbClr val="88DED2"/>
                </a:solidFill>
              </a:defRPr>
            </a:lvl6pPr>
            <a:lvl7pPr>
              <a:defRPr sz="1500" b="0">
                <a:solidFill>
                  <a:srgbClr val="88DED2"/>
                </a:solidFill>
              </a:defRPr>
            </a:lvl7pPr>
            <a:lvl8pPr>
              <a:defRPr sz="1500" b="0">
                <a:solidFill>
                  <a:srgbClr val="88DED2"/>
                </a:solidFill>
              </a:defRPr>
            </a:lvl8pPr>
            <a:lvl9pPr>
              <a:defRPr sz="1500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88DED2"/>
                </a:solidFill>
              </a:defRPr>
            </a:pPr>
            <a:r>
              <a:rPr sz="1500" b="0">
                <a:solidFill>
                  <a:srgbClr val="88DED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431006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7DD0D-97BC-41F4-8D55-056F298F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88DED2"/>
                </a:solidFill>
              </a:defRPr>
            </a:defPPr>
            <a:lvl1pPr>
              <a:defRPr sz="1125" b="0">
                <a:solidFill>
                  <a:srgbClr val="88DED2"/>
                </a:solidFill>
              </a:defRPr>
            </a:lvl1pPr>
            <a:lvl2pPr>
              <a:defRPr sz="1125" b="0">
                <a:solidFill>
                  <a:srgbClr val="88DED2"/>
                </a:solidFill>
              </a:defRPr>
            </a:lvl2pPr>
            <a:lvl3pPr>
              <a:defRPr sz="1125" b="0">
                <a:solidFill>
                  <a:srgbClr val="88DED2"/>
                </a:solidFill>
              </a:defRPr>
            </a:lvl3pPr>
            <a:lvl4pPr>
              <a:defRPr sz="1125" b="0">
                <a:solidFill>
                  <a:srgbClr val="88DED2"/>
                </a:solidFill>
              </a:defRPr>
            </a:lvl4pPr>
            <a:lvl5pPr>
              <a:defRPr sz="1125" b="0">
                <a:solidFill>
                  <a:srgbClr val="88DED2"/>
                </a:solidFill>
              </a:defRPr>
            </a:lvl5pPr>
            <a:lvl6pPr>
              <a:defRPr sz="1125" b="0">
                <a:solidFill>
                  <a:srgbClr val="88DED2"/>
                </a:solidFill>
              </a:defRPr>
            </a:lvl6pPr>
            <a:lvl7pPr>
              <a:defRPr sz="1125" b="0">
                <a:solidFill>
                  <a:srgbClr val="88DED2"/>
                </a:solidFill>
              </a:defRPr>
            </a:lvl7pPr>
            <a:lvl8pPr>
              <a:defRPr sz="1125" b="0">
                <a:solidFill>
                  <a:srgbClr val="88DED2"/>
                </a:solidFill>
              </a:defRPr>
            </a:lvl8pPr>
            <a:lvl9pPr>
              <a:defRPr sz="1125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88DED2"/>
                </a:solidFill>
              </a:defRPr>
            </a:pPr>
            <a:r>
              <a:rPr sz="1125" b="0">
                <a:solidFill>
                  <a:srgbClr val="88DED2"/>
                </a:solidFill>
              </a:rPr>
              <a:t>THE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43253-67A4-453C-A7E1-2F57AA25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0">
                <a:solidFill>
                  <a:srgbClr val="EDF2FA"/>
                </a:solidFill>
              </a:defRPr>
            </a:defPPr>
            <a:lvl1pPr>
              <a:defRPr sz="3675" b="0">
                <a:solidFill>
                  <a:srgbClr val="EDF2FA"/>
                </a:solidFill>
              </a:defRPr>
            </a:lvl1pPr>
            <a:lvl2pPr>
              <a:defRPr sz="3675" b="0">
                <a:solidFill>
                  <a:srgbClr val="EDF2FA"/>
                </a:solidFill>
              </a:defRPr>
            </a:lvl2pPr>
            <a:lvl3pPr>
              <a:defRPr sz="3675" b="0">
                <a:solidFill>
                  <a:srgbClr val="EDF2FA"/>
                </a:solidFill>
              </a:defRPr>
            </a:lvl3pPr>
            <a:lvl4pPr>
              <a:defRPr sz="3675" b="0">
                <a:solidFill>
                  <a:srgbClr val="EDF2FA"/>
                </a:solidFill>
              </a:defRPr>
            </a:lvl4pPr>
            <a:lvl5pPr>
              <a:defRPr sz="3675" b="0">
                <a:solidFill>
                  <a:srgbClr val="EDF2FA"/>
                </a:solidFill>
              </a:defRPr>
            </a:lvl5pPr>
            <a:lvl6pPr>
              <a:defRPr sz="3675" b="0">
                <a:solidFill>
                  <a:srgbClr val="EDF2FA"/>
                </a:solidFill>
              </a:defRPr>
            </a:lvl6pPr>
            <a:lvl7pPr>
              <a:defRPr sz="3675" b="0">
                <a:solidFill>
                  <a:srgbClr val="EDF2FA"/>
                </a:solidFill>
              </a:defRPr>
            </a:lvl7pPr>
            <a:lvl8pPr>
              <a:defRPr sz="3675" b="0">
                <a:solidFill>
                  <a:srgbClr val="EDF2FA"/>
                </a:solidFill>
              </a:defRPr>
            </a:lvl8pPr>
            <a:lvl9pPr>
              <a:defRPr sz="3675" b="0">
                <a:solidFill>
                  <a:srgbClr val="EDF2FA"/>
                </a:solidFill>
              </a:defRPr>
            </a:lvl9pPr>
          </a:lstStyle>
          <a:p xmlns:a="http://schemas.openxmlformats.org/drawingml/2006/main">
            <a:pPr>
              <a:defRPr sz="3675" b="0">
                <a:solidFill>
                  <a:srgbClr val="EDF2FA"/>
                </a:solidFill>
              </a:defRPr>
            </a:pPr>
            <a:r>
              <a:rPr sz="3675" b="0">
                <a:solidFill>
                  <a:srgbClr val="EDF2FA"/>
                </a:solidFill>
              </a:rPr>
              <a:t>Baselines support investigation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CB22E-5E70-4AC0-92CC-D31891C6F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1038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CB8CC"/>
                </a:solidFill>
              </a:defRPr>
            </a:defPPr>
            <a:lvl1pPr>
              <a:defRPr sz="1800" b="0">
                <a:solidFill>
                  <a:srgbClr val="ACB8CC"/>
                </a:solidFill>
              </a:defRPr>
            </a:lvl1pPr>
            <a:lvl2pPr>
              <a:defRPr sz="1800" b="0">
                <a:solidFill>
                  <a:srgbClr val="ACB8CC"/>
                </a:solidFill>
              </a:defRPr>
            </a:lvl2pPr>
            <a:lvl3pPr>
              <a:defRPr sz="1800" b="0">
                <a:solidFill>
                  <a:srgbClr val="ACB8CC"/>
                </a:solidFill>
              </a:defRPr>
            </a:lvl3pPr>
            <a:lvl4pPr>
              <a:defRPr sz="1800" b="0">
                <a:solidFill>
                  <a:srgbClr val="ACB8CC"/>
                </a:solidFill>
              </a:defRPr>
            </a:lvl4pPr>
            <a:lvl5pPr>
              <a:defRPr sz="1800" b="0">
                <a:solidFill>
                  <a:srgbClr val="ACB8CC"/>
                </a:solidFill>
              </a:defRPr>
            </a:lvl5pPr>
            <a:lvl6pPr>
              <a:defRPr sz="1800" b="0">
                <a:solidFill>
                  <a:srgbClr val="ACB8CC"/>
                </a:solidFill>
              </a:defRPr>
            </a:lvl6pPr>
            <a:lvl7pPr>
              <a:defRPr sz="1800" b="0">
                <a:solidFill>
                  <a:srgbClr val="ACB8CC"/>
                </a:solidFill>
              </a:defRPr>
            </a:lvl7pPr>
            <a:lvl8pPr>
              <a:defRPr sz="1800" b="0">
                <a:solidFill>
                  <a:srgbClr val="ACB8CC"/>
                </a:solidFill>
              </a:defRPr>
            </a:lvl8pPr>
            <a:lvl9pPr>
              <a:defRPr sz="1800" b="0">
                <a:solidFill>
                  <a:srgbClr val="ACB8CC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Compare demand and supply within compatible units and periods.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Explore a proportional allocation scenario without dispatching resources.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Inspect linear forecasts without claiming calibrated uncertainty.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5AAFB8-9377-4D95-B920-0A47F088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857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8B9BB3"/>
                </a:solidFill>
              </a:defRPr>
            </a:defPPr>
            <a:lvl1pPr>
              <a:defRPr sz="900" b="0">
                <a:solidFill>
                  <a:srgbClr val="8B9BB3"/>
                </a:solidFill>
              </a:defRPr>
            </a:lvl1pPr>
            <a:lvl2pPr>
              <a:defRPr sz="900" b="0">
                <a:solidFill>
                  <a:srgbClr val="8B9BB3"/>
                </a:solidFill>
              </a:defRPr>
            </a:lvl2pPr>
            <a:lvl3pPr>
              <a:defRPr sz="900" b="0">
                <a:solidFill>
                  <a:srgbClr val="8B9BB3"/>
                </a:solidFill>
              </a:defRPr>
            </a:lvl3pPr>
            <a:lvl4pPr>
              <a:defRPr sz="900" b="0">
                <a:solidFill>
                  <a:srgbClr val="8B9BB3"/>
                </a:solidFill>
              </a:defRPr>
            </a:lvl4pPr>
            <a:lvl5pPr>
              <a:defRPr sz="900" b="0">
                <a:solidFill>
                  <a:srgbClr val="8B9BB3"/>
                </a:solidFill>
              </a:defRPr>
            </a:lvl5pPr>
            <a:lvl6pPr>
              <a:defRPr sz="900" b="0">
                <a:solidFill>
                  <a:srgbClr val="8B9BB3"/>
                </a:solidFill>
              </a:defRPr>
            </a:lvl6pPr>
            <a:lvl7pPr>
              <a:defRPr sz="900" b="0">
                <a:solidFill>
                  <a:srgbClr val="8B9BB3"/>
                </a:solidFill>
              </a:defRPr>
            </a:lvl7pPr>
            <a:lvl8pPr>
              <a:defRPr sz="900" b="0">
                <a:solidFill>
                  <a:srgbClr val="8B9BB3"/>
                </a:solidFill>
              </a:defRPr>
            </a:lvl8pPr>
            <a:lvl9pPr>
              <a:defRPr sz="900" b="0">
                <a:solidFill>
                  <a:srgbClr val="8B9BB3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8B9BB3"/>
                </a:solidFill>
              </a:defRPr>
            </a:pPr>
            <a:r>
              <a:rPr sz="900" b="0">
                <a:solidFill>
                  <a:srgbClr val="8B9BB3"/>
                </a:solidFill>
              </a:rPr>
              <a:t>LOCAL FOUNDATION / SYNTHETIC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D5843-F058-4B92-92C6-B9C935AE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143625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88DED2"/>
                </a:solidFill>
              </a:defRPr>
            </a:defPPr>
            <a:lvl1pPr>
              <a:defRPr sz="1500" b="0">
                <a:solidFill>
                  <a:srgbClr val="88DED2"/>
                </a:solidFill>
              </a:defRPr>
            </a:lvl1pPr>
            <a:lvl2pPr>
              <a:defRPr sz="1500" b="0">
                <a:solidFill>
                  <a:srgbClr val="88DED2"/>
                </a:solidFill>
              </a:defRPr>
            </a:lvl2pPr>
            <a:lvl3pPr>
              <a:defRPr sz="1500" b="0">
                <a:solidFill>
                  <a:srgbClr val="88DED2"/>
                </a:solidFill>
              </a:defRPr>
            </a:lvl3pPr>
            <a:lvl4pPr>
              <a:defRPr sz="1500" b="0">
                <a:solidFill>
                  <a:srgbClr val="88DED2"/>
                </a:solidFill>
              </a:defRPr>
            </a:lvl4pPr>
            <a:lvl5pPr>
              <a:defRPr sz="1500" b="0">
                <a:solidFill>
                  <a:srgbClr val="88DED2"/>
                </a:solidFill>
              </a:defRPr>
            </a:lvl5pPr>
            <a:lvl6pPr>
              <a:defRPr sz="1500" b="0">
                <a:solidFill>
                  <a:srgbClr val="88DED2"/>
                </a:solidFill>
              </a:defRPr>
            </a:lvl6pPr>
            <a:lvl7pPr>
              <a:defRPr sz="1500" b="0">
                <a:solidFill>
                  <a:srgbClr val="88DED2"/>
                </a:solidFill>
              </a:defRPr>
            </a:lvl7pPr>
            <a:lvl8pPr>
              <a:defRPr sz="1500" b="0">
                <a:solidFill>
                  <a:srgbClr val="88DED2"/>
                </a:solidFill>
              </a:defRPr>
            </a:lvl8pPr>
            <a:lvl9pPr>
              <a:defRPr sz="1500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88DED2"/>
                </a:solidFill>
              </a:defRPr>
            </a:pPr>
            <a:r>
              <a:rPr sz="1500" b="0">
                <a:solidFill>
                  <a:srgbClr val="88DED2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040198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DF1909-D863-475F-A58F-081B5881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88DED2"/>
                </a:solidFill>
              </a:defRPr>
            </a:defPPr>
            <a:lvl1pPr>
              <a:defRPr sz="1125" b="0">
                <a:solidFill>
                  <a:srgbClr val="88DED2"/>
                </a:solidFill>
              </a:defRPr>
            </a:lvl1pPr>
            <a:lvl2pPr>
              <a:defRPr sz="1125" b="0">
                <a:solidFill>
                  <a:srgbClr val="88DED2"/>
                </a:solidFill>
              </a:defRPr>
            </a:lvl2pPr>
            <a:lvl3pPr>
              <a:defRPr sz="1125" b="0">
                <a:solidFill>
                  <a:srgbClr val="88DED2"/>
                </a:solidFill>
              </a:defRPr>
            </a:lvl3pPr>
            <a:lvl4pPr>
              <a:defRPr sz="1125" b="0">
                <a:solidFill>
                  <a:srgbClr val="88DED2"/>
                </a:solidFill>
              </a:defRPr>
            </a:lvl4pPr>
            <a:lvl5pPr>
              <a:defRPr sz="1125" b="0">
                <a:solidFill>
                  <a:srgbClr val="88DED2"/>
                </a:solidFill>
              </a:defRPr>
            </a:lvl5pPr>
            <a:lvl6pPr>
              <a:defRPr sz="1125" b="0">
                <a:solidFill>
                  <a:srgbClr val="88DED2"/>
                </a:solidFill>
              </a:defRPr>
            </a:lvl6pPr>
            <a:lvl7pPr>
              <a:defRPr sz="1125" b="0">
                <a:solidFill>
                  <a:srgbClr val="88DED2"/>
                </a:solidFill>
              </a:defRPr>
            </a:lvl7pPr>
            <a:lvl8pPr>
              <a:defRPr sz="1125" b="0">
                <a:solidFill>
                  <a:srgbClr val="88DED2"/>
                </a:solidFill>
              </a:defRPr>
            </a:lvl8pPr>
            <a:lvl9pPr>
              <a:defRPr sz="1125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88DED2"/>
                </a:solidFill>
              </a:defRPr>
            </a:pPr>
            <a:r>
              <a:rPr sz="1125" b="0">
                <a:solidFill>
                  <a:srgbClr val="88DED2"/>
                </a:solidFill>
              </a:rPr>
              <a:t>THE TRUST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FEED30-15FB-4EB3-8BD6-533ABCC0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0">
                <a:solidFill>
                  <a:srgbClr val="EDF2FA"/>
                </a:solidFill>
              </a:defRPr>
            </a:defPPr>
            <a:lvl1pPr>
              <a:defRPr sz="3675" b="0">
                <a:solidFill>
                  <a:srgbClr val="EDF2FA"/>
                </a:solidFill>
              </a:defRPr>
            </a:lvl1pPr>
            <a:lvl2pPr>
              <a:defRPr sz="3675" b="0">
                <a:solidFill>
                  <a:srgbClr val="EDF2FA"/>
                </a:solidFill>
              </a:defRPr>
            </a:lvl2pPr>
            <a:lvl3pPr>
              <a:defRPr sz="3675" b="0">
                <a:solidFill>
                  <a:srgbClr val="EDF2FA"/>
                </a:solidFill>
              </a:defRPr>
            </a:lvl3pPr>
            <a:lvl4pPr>
              <a:defRPr sz="3675" b="0">
                <a:solidFill>
                  <a:srgbClr val="EDF2FA"/>
                </a:solidFill>
              </a:defRPr>
            </a:lvl4pPr>
            <a:lvl5pPr>
              <a:defRPr sz="3675" b="0">
                <a:solidFill>
                  <a:srgbClr val="EDF2FA"/>
                </a:solidFill>
              </a:defRPr>
            </a:lvl5pPr>
            <a:lvl6pPr>
              <a:defRPr sz="3675" b="0">
                <a:solidFill>
                  <a:srgbClr val="EDF2FA"/>
                </a:solidFill>
              </a:defRPr>
            </a:lvl6pPr>
            <a:lvl7pPr>
              <a:defRPr sz="3675" b="0">
                <a:solidFill>
                  <a:srgbClr val="EDF2FA"/>
                </a:solidFill>
              </a:defRPr>
            </a:lvl7pPr>
            <a:lvl8pPr>
              <a:defRPr sz="3675" b="0">
                <a:solidFill>
                  <a:srgbClr val="EDF2FA"/>
                </a:solidFill>
              </a:defRPr>
            </a:lvl8pPr>
            <a:lvl9pPr>
              <a:defRPr sz="3675" b="0">
                <a:solidFill>
                  <a:srgbClr val="EDF2FA"/>
                </a:solidFill>
              </a:defRPr>
            </a:lvl9pPr>
          </a:lstStyle>
          <a:p xmlns:a="http://schemas.openxmlformats.org/drawingml/2006/main">
            <a:pPr>
              <a:defRPr sz="3675" b="0">
                <a:solidFill>
                  <a:srgbClr val="EDF2FA"/>
                </a:solidFill>
              </a:defRPr>
            </a:pPr>
            <a:r>
              <a:rPr sz="3675" b="0">
                <a:solidFill>
                  <a:srgbClr val="EDF2FA"/>
                </a:solidFill>
              </a:rPr>
              <a:t>Identity and provenance remain explicit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3A6D8-391D-47BB-88FF-925643E7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1038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CB8CC"/>
                </a:solidFill>
              </a:defRPr>
            </a:defPPr>
            <a:lvl1pPr>
              <a:defRPr sz="1800" b="0">
                <a:solidFill>
                  <a:srgbClr val="ACB8CC"/>
                </a:solidFill>
              </a:defRPr>
            </a:lvl1pPr>
            <a:lvl2pPr>
              <a:defRPr sz="1800" b="0">
                <a:solidFill>
                  <a:srgbClr val="ACB8CC"/>
                </a:solidFill>
              </a:defRPr>
            </a:lvl2pPr>
            <a:lvl3pPr>
              <a:defRPr sz="1800" b="0">
                <a:solidFill>
                  <a:srgbClr val="ACB8CC"/>
                </a:solidFill>
              </a:defRPr>
            </a:lvl3pPr>
            <a:lvl4pPr>
              <a:defRPr sz="1800" b="0">
                <a:solidFill>
                  <a:srgbClr val="ACB8CC"/>
                </a:solidFill>
              </a:defRPr>
            </a:lvl4pPr>
            <a:lvl5pPr>
              <a:defRPr sz="1800" b="0">
                <a:solidFill>
                  <a:srgbClr val="ACB8CC"/>
                </a:solidFill>
              </a:defRPr>
            </a:lvl5pPr>
            <a:lvl6pPr>
              <a:defRPr sz="1800" b="0">
                <a:solidFill>
                  <a:srgbClr val="ACB8CC"/>
                </a:solidFill>
              </a:defRPr>
            </a:lvl6pPr>
            <a:lvl7pPr>
              <a:defRPr sz="1800" b="0">
                <a:solidFill>
                  <a:srgbClr val="ACB8CC"/>
                </a:solidFill>
              </a:defRPr>
            </a:lvl7pPr>
            <a:lvl8pPr>
              <a:defRPr sz="1800" b="0">
                <a:solidFill>
                  <a:srgbClr val="ACB8CC"/>
                </a:solidFill>
              </a:defRPr>
            </a:lvl8pPr>
            <a:lvl9pPr>
              <a:defRPr sz="1800" b="0">
                <a:solidFill>
                  <a:srgbClr val="ACB8CC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OIDC issuer, audience, tenant claims and database membership narrow access.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Audit and idempotency share transactions. No application passwords are stored.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Digest receipts and local contracts do not prove source truth.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DC79D-B71C-466A-B454-1E6475BA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857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8B9BB3"/>
                </a:solidFill>
              </a:defRPr>
            </a:defPPr>
            <a:lvl1pPr>
              <a:defRPr sz="900" b="0">
                <a:solidFill>
                  <a:srgbClr val="8B9BB3"/>
                </a:solidFill>
              </a:defRPr>
            </a:lvl1pPr>
            <a:lvl2pPr>
              <a:defRPr sz="900" b="0">
                <a:solidFill>
                  <a:srgbClr val="8B9BB3"/>
                </a:solidFill>
              </a:defRPr>
            </a:lvl2pPr>
            <a:lvl3pPr>
              <a:defRPr sz="900" b="0">
                <a:solidFill>
                  <a:srgbClr val="8B9BB3"/>
                </a:solidFill>
              </a:defRPr>
            </a:lvl3pPr>
            <a:lvl4pPr>
              <a:defRPr sz="900" b="0">
                <a:solidFill>
                  <a:srgbClr val="8B9BB3"/>
                </a:solidFill>
              </a:defRPr>
            </a:lvl4pPr>
            <a:lvl5pPr>
              <a:defRPr sz="900" b="0">
                <a:solidFill>
                  <a:srgbClr val="8B9BB3"/>
                </a:solidFill>
              </a:defRPr>
            </a:lvl5pPr>
            <a:lvl6pPr>
              <a:defRPr sz="900" b="0">
                <a:solidFill>
                  <a:srgbClr val="8B9BB3"/>
                </a:solidFill>
              </a:defRPr>
            </a:lvl6pPr>
            <a:lvl7pPr>
              <a:defRPr sz="900" b="0">
                <a:solidFill>
                  <a:srgbClr val="8B9BB3"/>
                </a:solidFill>
              </a:defRPr>
            </a:lvl7pPr>
            <a:lvl8pPr>
              <a:defRPr sz="900" b="0">
                <a:solidFill>
                  <a:srgbClr val="8B9BB3"/>
                </a:solidFill>
              </a:defRPr>
            </a:lvl8pPr>
            <a:lvl9pPr>
              <a:defRPr sz="900" b="0">
                <a:solidFill>
                  <a:srgbClr val="8B9BB3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8B9BB3"/>
                </a:solidFill>
              </a:defRPr>
            </a:pPr>
            <a:r>
              <a:rPr sz="900" b="0">
                <a:solidFill>
                  <a:srgbClr val="8B9BB3"/>
                </a:solidFill>
              </a:rPr>
              <a:t>LOCAL FOUNDATION / SYNTHETIC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0AE91-3F10-47E4-A5C9-95DE692D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143625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88DED2"/>
                </a:solidFill>
              </a:defRPr>
            </a:defPPr>
            <a:lvl1pPr>
              <a:defRPr sz="1500" b="0">
                <a:solidFill>
                  <a:srgbClr val="88DED2"/>
                </a:solidFill>
              </a:defRPr>
            </a:lvl1pPr>
            <a:lvl2pPr>
              <a:defRPr sz="1500" b="0">
                <a:solidFill>
                  <a:srgbClr val="88DED2"/>
                </a:solidFill>
              </a:defRPr>
            </a:lvl2pPr>
            <a:lvl3pPr>
              <a:defRPr sz="1500" b="0">
                <a:solidFill>
                  <a:srgbClr val="88DED2"/>
                </a:solidFill>
              </a:defRPr>
            </a:lvl3pPr>
            <a:lvl4pPr>
              <a:defRPr sz="1500" b="0">
                <a:solidFill>
                  <a:srgbClr val="88DED2"/>
                </a:solidFill>
              </a:defRPr>
            </a:lvl4pPr>
            <a:lvl5pPr>
              <a:defRPr sz="1500" b="0">
                <a:solidFill>
                  <a:srgbClr val="88DED2"/>
                </a:solidFill>
              </a:defRPr>
            </a:lvl5pPr>
            <a:lvl6pPr>
              <a:defRPr sz="1500" b="0">
                <a:solidFill>
                  <a:srgbClr val="88DED2"/>
                </a:solidFill>
              </a:defRPr>
            </a:lvl6pPr>
            <a:lvl7pPr>
              <a:defRPr sz="1500" b="0">
                <a:solidFill>
                  <a:srgbClr val="88DED2"/>
                </a:solidFill>
              </a:defRPr>
            </a:lvl7pPr>
            <a:lvl8pPr>
              <a:defRPr sz="1500" b="0">
                <a:solidFill>
                  <a:srgbClr val="88DED2"/>
                </a:solidFill>
              </a:defRPr>
            </a:lvl8pPr>
            <a:lvl9pPr>
              <a:defRPr sz="1500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88DED2"/>
                </a:solidFill>
              </a:defRPr>
            </a:pPr>
            <a:r>
              <a:rPr sz="1500" b="0">
                <a:solidFill>
                  <a:srgbClr val="88DED2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237310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F77BF6-ECEB-46F6-8B43-FF6A0CE8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88DED2"/>
                </a:solidFill>
              </a:defRPr>
            </a:defPPr>
            <a:lvl1pPr>
              <a:defRPr sz="1125" b="0">
                <a:solidFill>
                  <a:srgbClr val="88DED2"/>
                </a:solidFill>
              </a:defRPr>
            </a:lvl1pPr>
            <a:lvl2pPr>
              <a:defRPr sz="1125" b="0">
                <a:solidFill>
                  <a:srgbClr val="88DED2"/>
                </a:solidFill>
              </a:defRPr>
            </a:lvl2pPr>
            <a:lvl3pPr>
              <a:defRPr sz="1125" b="0">
                <a:solidFill>
                  <a:srgbClr val="88DED2"/>
                </a:solidFill>
              </a:defRPr>
            </a:lvl3pPr>
            <a:lvl4pPr>
              <a:defRPr sz="1125" b="0">
                <a:solidFill>
                  <a:srgbClr val="88DED2"/>
                </a:solidFill>
              </a:defRPr>
            </a:lvl4pPr>
            <a:lvl5pPr>
              <a:defRPr sz="1125" b="0">
                <a:solidFill>
                  <a:srgbClr val="88DED2"/>
                </a:solidFill>
              </a:defRPr>
            </a:lvl5pPr>
            <a:lvl6pPr>
              <a:defRPr sz="1125" b="0">
                <a:solidFill>
                  <a:srgbClr val="88DED2"/>
                </a:solidFill>
              </a:defRPr>
            </a:lvl6pPr>
            <a:lvl7pPr>
              <a:defRPr sz="1125" b="0">
                <a:solidFill>
                  <a:srgbClr val="88DED2"/>
                </a:solidFill>
              </a:defRPr>
            </a:lvl7pPr>
            <a:lvl8pPr>
              <a:defRPr sz="1125" b="0">
                <a:solidFill>
                  <a:srgbClr val="88DED2"/>
                </a:solidFill>
              </a:defRPr>
            </a:lvl8pPr>
            <a:lvl9pPr>
              <a:defRPr sz="1125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88DED2"/>
                </a:solidFill>
              </a:defRPr>
            </a:pPr>
            <a:r>
              <a:rPr sz="1125" b="0">
                <a:solidFill>
                  <a:srgbClr val="88DED2"/>
                </a:solidFill>
              </a:rPr>
              <a:t>THE NEXT PHASE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37FC7E-53FB-4025-9EC5-18879E22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0">
                <a:solidFill>
                  <a:srgbClr val="EDF2FA"/>
                </a:solidFill>
              </a:defRPr>
            </a:defPPr>
            <a:lvl1pPr>
              <a:defRPr sz="3675" b="0">
                <a:solidFill>
                  <a:srgbClr val="EDF2FA"/>
                </a:solidFill>
              </a:defRPr>
            </a:lvl1pPr>
            <a:lvl2pPr>
              <a:defRPr sz="3675" b="0">
                <a:solidFill>
                  <a:srgbClr val="EDF2FA"/>
                </a:solidFill>
              </a:defRPr>
            </a:lvl2pPr>
            <a:lvl3pPr>
              <a:defRPr sz="3675" b="0">
                <a:solidFill>
                  <a:srgbClr val="EDF2FA"/>
                </a:solidFill>
              </a:defRPr>
            </a:lvl3pPr>
            <a:lvl4pPr>
              <a:defRPr sz="3675" b="0">
                <a:solidFill>
                  <a:srgbClr val="EDF2FA"/>
                </a:solidFill>
              </a:defRPr>
            </a:lvl4pPr>
            <a:lvl5pPr>
              <a:defRPr sz="3675" b="0">
                <a:solidFill>
                  <a:srgbClr val="EDF2FA"/>
                </a:solidFill>
              </a:defRPr>
            </a:lvl5pPr>
            <a:lvl6pPr>
              <a:defRPr sz="3675" b="0">
                <a:solidFill>
                  <a:srgbClr val="EDF2FA"/>
                </a:solidFill>
              </a:defRPr>
            </a:lvl6pPr>
            <a:lvl7pPr>
              <a:defRPr sz="3675" b="0">
                <a:solidFill>
                  <a:srgbClr val="EDF2FA"/>
                </a:solidFill>
              </a:defRPr>
            </a:lvl7pPr>
            <a:lvl8pPr>
              <a:defRPr sz="3675" b="0">
                <a:solidFill>
                  <a:srgbClr val="EDF2FA"/>
                </a:solidFill>
              </a:defRPr>
            </a:lvl8pPr>
            <a:lvl9pPr>
              <a:defRPr sz="3675" b="0">
                <a:solidFill>
                  <a:srgbClr val="EDF2FA"/>
                </a:solidFill>
              </a:defRPr>
            </a:lvl9pPr>
          </a:lstStyle>
          <a:p xmlns:a="http://schemas.openxmlformats.org/drawingml/2006/main">
            <a:pPr>
              <a:defRPr sz="3675" b="0">
                <a:solidFill>
                  <a:srgbClr val="EDF2FA"/>
                </a:solidFill>
              </a:defRPr>
            </a:pPr>
            <a:r>
              <a:rPr sz="3675" b="0">
                <a:solidFill>
                  <a:srgbClr val="EDF2FA"/>
                </a:solidFill>
              </a:rPr>
              <a:t>A pilot needs measured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F3106-B92B-4CDC-95C1-301C047D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1038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CB8CC"/>
                </a:solidFill>
              </a:defRPr>
            </a:defPPr>
            <a:lvl1pPr>
              <a:defRPr sz="1800" b="0">
                <a:solidFill>
                  <a:srgbClr val="ACB8CC"/>
                </a:solidFill>
              </a:defRPr>
            </a:lvl1pPr>
            <a:lvl2pPr>
              <a:defRPr sz="1800" b="0">
                <a:solidFill>
                  <a:srgbClr val="ACB8CC"/>
                </a:solidFill>
              </a:defRPr>
            </a:lvl2pPr>
            <a:lvl3pPr>
              <a:defRPr sz="1800" b="0">
                <a:solidFill>
                  <a:srgbClr val="ACB8CC"/>
                </a:solidFill>
              </a:defRPr>
            </a:lvl3pPr>
            <a:lvl4pPr>
              <a:defRPr sz="1800" b="0">
                <a:solidFill>
                  <a:srgbClr val="ACB8CC"/>
                </a:solidFill>
              </a:defRPr>
            </a:lvl4pPr>
            <a:lvl5pPr>
              <a:defRPr sz="1800" b="0">
                <a:solidFill>
                  <a:srgbClr val="ACB8CC"/>
                </a:solidFill>
              </a:defRPr>
            </a:lvl5pPr>
            <a:lvl6pPr>
              <a:defRPr sz="1800" b="0">
                <a:solidFill>
                  <a:srgbClr val="ACB8CC"/>
                </a:solidFill>
              </a:defRPr>
            </a:lvl6pPr>
            <a:lvl7pPr>
              <a:defRPr sz="1800" b="0">
                <a:solidFill>
                  <a:srgbClr val="ACB8CC"/>
                </a:solidFill>
              </a:defRPr>
            </a:lvl7pPr>
            <a:lvl8pPr>
              <a:defRPr sz="1800" b="0">
                <a:solidFill>
                  <a:srgbClr val="ACB8CC"/>
                </a:solidFill>
              </a:defRPr>
            </a:lvl8pPr>
            <a:lvl9pPr>
              <a:defRPr sz="1800" b="0">
                <a:solidFill>
                  <a:srgbClr val="ACB8CC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Connect real OIDC web sessions and licensed provider adapters.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Backtest models, calibrate uncertainty and test backup restoration.</a:t>
            </a:r>
          </a:p>
          <a:p xmlns:a="http://schemas.openxmlformats.org/drawingml/2006/main">
            <a:pPr>
              <a:defRPr sz="1800" b="0">
                <a:solidFill>
                  <a:srgbClr val="ACB8CC"/>
                </a:solidFill>
              </a:defRPr>
            </a:pPr>
            <a:r>
              <a:rPr sz="1800" b="0">
                <a:solidFill>
                  <a:srgbClr val="ACB8CC"/>
                </a:solidFill>
              </a:rPr>
              <a:t>Add event workers and deployment infrastructure only for demonstrated needs.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354C1-8BD7-4E08-8A7F-736DA034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857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8B9BB3"/>
                </a:solidFill>
              </a:defRPr>
            </a:defPPr>
            <a:lvl1pPr>
              <a:defRPr sz="900" b="0">
                <a:solidFill>
                  <a:srgbClr val="8B9BB3"/>
                </a:solidFill>
              </a:defRPr>
            </a:lvl1pPr>
            <a:lvl2pPr>
              <a:defRPr sz="900" b="0">
                <a:solidFill>
                  <a:srgbClr val="8B9BB3"/>
                </a:solidFill>
              </a:defRPr>
            </a:lvl2pPr>
            <a:lvl3pPr>
              <a:defRPr sz="900" b="0">
                <a:solidFill>
                  <a:srgbClr val="8B9BB3"/>
                </a:solidFill>
              </a:defRPr>
            </a:lvl3pPr>
            <a:lvl4pPr>
              <a:defRPr sz="900" b="0">
                <a:solidFill>
                  <a:srgbClr val="8B9BB3"/>
                </a:solidFill>
              </a:defRPr>
            </a:lvl4pPr>
            <a:lvl5pPr>
              <a:defRPr sz="900" b="0">
                <a:solidFill>
                  <a:srgbClr val="8B9BB3"/>
                </a:solidFill>
              </a:defRPr>
            </a:lvl5pPr>
            <a:lvl6pPr>
              <a:defRPr sz="900" b="0">
                <a:solidFill>
                  <a:srgbClr val="8B9BB3"/>
                </a:solidFill>
              </a:defRPr>
            </a:lvl6pPr>
            <a:lvl7pPr>
              <a:defRPr sz="900" b="0">
                <a:solidFill>
                  <a:srgbClr val="8B9BB3"/>
                </a:solidFill>
              </a:defRPr>
            </a:lvl7pPr>
            <a:lvl8pPr>
              <a:defRPr sz="900" b="0">
                <a:solidFill>
                  <a:srgbClr val="8B9BB3"/>
                </a:solidFill>
              </a:defRPr>
            </a:lvl8pPr>
            <a:lvl9pPr>
              <a:defRPr sz="900" b="0">
                <a:solidFill>
                  <a:srgbClr val="8B9BB3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8B9BB3"/>
                </a:solidFill>
              </a:defRPr>
            </a:pPr>
            <a:r>
              <a:rPr sz="900" b="0">
                <a:solidFill>
                  <a:srgbClr val="8B9BB3"/>
                </a:solidFill>
              </a:rPr>
              <a:t>LOCAL FOUNDATION / SYNTHETIC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CD8AB0-4A0D-4983-9610-2F328D16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143625"/>
            <a:ext cx="76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88DED2"/>
                </a:solidFill>
              </a:defRPr>
            </a:defPPr>
            <a:lvl1pPr>
              <a:defRPr sz="1500" b="0">
                <a:solidFill>
                  <a:srgbClr val="88DED2"/>
                </a:solidFill>
              </a:defRPr>
            </a:lvl1pPr>
            <a:lvl2pPr>
              <a:defRPr sz="1500" b="0">
                <a:solidFill>
                  <a:srgbClr val="88DED2"/>
                </a:solidFill>
              </a:defRPr>
            </a:lvl2pPr>
            <a:lvl3pPr>
              <a:defRPr sz="1500" b="0">
                <a:solidFill>
                  <a:srgbClr val="88DED2"/>
                </a:solidFill>
              </a:defRPr>
            </a:lvl3pPr>
            <a:lvl4pPr>
              <a:defRPr sz="1500" b="0">
                <a:solidFill>
                  <a:srgbClr val="88DED2"/>
                </a:solidFill>
              </a:defRPr>
            </a:lvl4pPr>
            <a:lvl5pPr>
              <a:defRPr sz="1500" b="0">
                <a:solidFill>
                  <a:srgbClr val="88DED2"/>
                </a:solidFill>
              </a:defRPr>
            </a:lvl5pPr>
            <a:lvl6pPr>
              <a:defRPr sz="1500" b="0">
                <a:solidFill>
                  <a:srgbClr val="88DED2"/>
                </a:solidFill>
              </a:defRPr>
            </a:lvl6pPr>
            <a:lvl7pPr>
              <a:defRPr sz="1500" b="0">
                <a:solidFill>
                  <a:srgbClr val="88DED2"/>
                </a:solidFill>
              </a:defRPr>
            </a:lvl7pPr>
            <a:lvl8pPr>
              <a:defRPr sz="1500" b="0">
                <a:solidFill>
                  <a:srgbClr val="88DED2"/>
                </a:solidFill>
              </a:defRPr>
            </a:lvl8pPr>
            <a:lvl9pPr>
              <a:defRPr sz="1500" b="0">
                <a:solidFill>
                  <a:srgbClr val="88DED2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88DED2"/>
                </a:solidFill>
              </a:defRPr>
            </a:pPr>
            <a:r>
              <a:rPr sz="1500" b="0">
                <a:solidFill>
                  <a:srgbClr val="88DED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775148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2026-10-28T19:30:48.3910000Z</dcterms:created>
  <dcterms:modified xsi:type="dcterms:W3CDTF">2026-10-28T19:30:48.3910000Z</dcterms:modified>
</coreProperties>
</file>