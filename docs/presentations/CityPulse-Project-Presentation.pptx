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compose.yaml</a:t>
            </a:r>
          </a:p>
          <a:p>
            <a:r>
              <a:t>https://github.com/manikantbindass/CityPulse/blob/2385ea7a3c6f9349c9c9ee67a56ace5f279fa992/compose.yaml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2385ea7a3c6f9349c9c9ee67a56ace5f279fa992</a:t>
            </a:r>
          </a:p>
          <a:p>
            <a:r>
              <a:t>Evidence date: 2026-10-29</a:t>
            </a:r>
          </a:p>
          <a:p>
            <a:r>
              <a:t>Sources:</a:t>
            </a:r>
          </a:p>
          <a:p>
            <a:r>
              <a:t>docs/data-dictionary.md</a:t>
            </a:r>
          </a:p>
          <a:p>
            <a:r>
              <a:t>https://github.com/manikantbindass/CityPulse/blob/2385ea7a3c6f9349c9c9ee67a56ace5f279fa992/docs/data-dictionary.md</a:t>
            </a:r>
          </a:p>
          <a:p>
            <a:r>
              <a:t>services/api/src/main/java/io/citypulse/workspace/application/AnalyticsService.java</a:t>
            </a:r>
          </a:p>
          <a:p>
            <a:r>
              <a:t>https://github.com/manikantbindass/CityPulse/blob/2385ea7a3c6f9349c9c9ee67a56ace5f279fa992/services/api/src/main/java/io/citypulse/workspace/application/AnalyticsService.java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2385ea7a3c6f9349c9c9ee67a56ace5f279fa992</a:t>
            </a:r>
          </a:p>
          <a:p>
            <a:r>
              <a:t>Evidence date: 2026-10-29</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docs/decision-engine.md</a:t>
            </a:r>
          </a:p>
          <a:p>
            <a:r>
              <a:t>https://github.com/manikantbindass/CityPulse/blob/2385ea7a3c6f9349c9c9ee67a56ace5f279fa992/docs/decision-engine.md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2385ea7a3c6f9349c9c9ee67a56ace5f279fa992</a:t>
            </a:r>
          </a:p>
          <a:p>
            <a:r>
              <a:t>Evidence date: 2026-10-29</a:t>
            </a:r>
          </a:p>
          <a:p>
            <a:r>
              <a:t>Sources:</a:t>
            </a:r>
          </a:p>
          <a:p>
            <a:r>
              <a:t>docs/PRD.md</a:t>
            </a:r>
          </a:p>
          <a:p>
            <a:r>
              <a:t>https://github.com/manikantbindass/CityPulse/blob/2385ea7a3c6f9349c9c9ee67a56ace5f279fa992/docs/PRD.md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2385ea7a3c6f9349c9c9ee67a56ace5f279fa992</a:t>
            </a:r>
          </a:p>
          <a:p>
            <a:r>
              <a:t>Evidence date: 2026-10-29</a:t>
            </a:r>
          </a:p>
          <a:p>
            <a:r>
              <a:t>Sources:</a:t>
            </a:r>
          </a:p>
          <a:p>
            <a:r>
              <a:t>docs/api/backend.md</a:t>
            </a:r>
          </a:p>
          <a:p>
            <a:r>
              <a:t>https://github.com/manikantbindass/CityPulse/blob/2385ea7a3c6f9349c9c9ee67a56ace5f279fa992/docs/api/backend.md</a:t>
            </a:r>
          </a:p>
          <a:p>
            <a:r>
              <a:t>docs/security/architecture.md</a:t>
            </a:r>
          </a:p>
          <a:p>
            <a:r>
              <a:t>https://github.com/manikantbindass/CityPulse/blob/2385ea7a3c6f9349c9c9ee67a56ace5f279fa992/docs/security/architecture.md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docs/decision-engine.md</a:t>
            </a:r>
          </a:p>
          <a:p>
            <a:r>
              <a:t>https://github.com/manikantbindass/CityPulse/blob/2385ea7a3c6f9349c9c9ee67a56ace5f279fa992/docs/decision-engine.md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2385ea7a3c6f9349c9c9ee67a56ace5f279fa992</a:t>
            </a:r>
          </a:p>
          <a:p>
            <a:r>
              <a:t>Evidence date: 2026-10-29</a:t>
            </a:r>
          </a:p>
          <a:p>
            <a:r>
              <a:t>Sources:</a:t>
            </a:r>
          </a:p>
          <a:p>
            <a:r>
              <a:t>docs/assets/readme-provenance.json</a:t>
            </a:r>
          </a:p>
          <a:p>
            <a:r>
              <a:t>https://github.com/manikantbindass/CityPulse/blob/2385ea7a3c6f9349c9c9ee67a56ace5f279fa992/docs/assets/readme-provenance.json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2385ea7a3c6f9349c9c9ee67a56ace5f279fa992</a:t>
            </a:r>
          </a:p>
          <a:p>
            <a:r>
              <a:t>Evidence date: 2026-10-29</a:t>
            </a:r>
          </a:p>
          <a:p>
            <a:r>
              <a:t>Sources:</a:t>
            </a:r>
          </a:p>
          <a:p>
            <a:r>
              <a:t>apps/web/package.json</a:t>
            </a:r>
          </a:p>
          <a:p>
            <a:r>
              <a:t>https://github.com/manikantbindass/CityPulse/blob/2385ea7a3c6f9349c9c9ee67a56ace5f279fa992/apps/web/package.json</a:t>
            </a:r>
          </a:p>
          <a:p>
            <a:r>
              <a:t>services/api/pom.xml</a:t>
            </a:r>
          </a:p>
          <a:p>
            <a:r>
              <a:t>https://github.com/manikantbindass/CityPulse/blob/2385ea7a3c6f9349c9c9ee67a56ace5f279fa992/services/api/pom.xml</a:t>
            </a:r>
          </a:p>
          <a:p>
            <a:r>
              <a:t>services/ai-engine/pyproject.toml</a:t>
            </a:r>
          </a:p>
          <a:p>
            <a:r>
              <a:t>https://github.com/manikantbindass/CityPulse/blob/2385ea7a3c6f9349c9c9ee67a56ace5f279fa992/services/ai-engine/pyproject.toml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2385ea7a3c6f9349c9c9ee67a56ace5f279fa992</a:t>
            </a:r>
          </a:p>
          <a:p>
            <a:r>
              <a:t>Evidence date: 2026-10-29</a:t>
            </a:r>
          </a:p>
          <a:p>
            <a:r>
              <a:t>Sources:</a:t>
            </a:r>
          </a:p>
          <a:p>
            <a:r>
              <a:t>docs/reports/source/diagrams.json (companion editable source in this delivery)</a:t>
            </a:r>
          </a:p>
          <a:p>
            <a:r>
              <a:t>compose.yaml</a:t>
            </a:r>
          </a:p>
          <a:p>
            <a:r>
              <a:t>https://github.com/manikantbindass/CityPulse/blob/2385ea7a3c6f9349c9c9ee67a56ace5f279fa992/compose.yaml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2385ea7a3c6f9349c9c9ee67a56ace5f279fa992</a:t>
            </a:r>
          </a:p>
          <a:p>
            <a:r>
              <a:t>Evidence date: 2026-10-29</a:t>
            </a:r>
          </a:p>
          <a:p>
            <a:r>
              <a:t>Sources:</a:t>
            </a:r>
          </a:p>
          <a:p>
            <a:r>
              <a:t>apps/web/components/providers.tsx</a:t>
            </a:r>
          </a:p>
          <a:p>
            <a:r>
              <a:t>https://github.com/manikantbindass/CityPulse/blob/2385ea7a3c6f9349c9c9ee67a56ace5f279fa992/apps/web/components/providers.tsx</a:t>
            </a:r>
          </a:p>
          <a:p>
            <a:r>
              <a:t>apps/web/e2e/theme.spec.ts</a:t>
            </a:r>
          </a:p>
          <a:p>
            <a:r>
              <a:t>https://github.com/manikantbindass/CityPulse/blob/2385ea7a3c6f9349c9c9ee67a56ace5f279fa992/apps/web/e2e/theme.spec.ts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2385ea7a3c6f9349c9c9ee67a56ace5f279fa992</a:t>
            </a:r>
          </a:p>
          <a:p>
            <a:r>
              <a:t>Evidence date: 2026-10-29</a:t>
            </a:r>
          </a:p>
          <a:p>
            <a:r>
              <a:t>Sources:</a:t>
            </a:r>
          </a:p>
          <a:p>
            <a:r>
              <a:t>services/api/src/main/java/io/citypulse/identity/MembershipFilter.java</a:t>
            </a:r>
          </a:p>
          <a:p>
            <a:r>
              <a:t>https://github.com/manikantbindass/CityPulse/blob/2385ea7a3c6f9349c9c9ee67a56ace5f279fa992/services/api/src/main/java/io/citypulse/identity/MembershipFilter.java</a:t>
            </a:r>
          </a:p>
          <a:p>
            <a:r>
              <a:t>docs/api/backend.md</a:t>
            </a:r>
          </a:p>
          <a:p>
            <a:r>
              <a:t>https://github.com/manikantbindass/CityPulse/blob/2385ea7a3c6f9349c9c9ee67a56ace5f279fa992/docs/api/backend.md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2385ea7a3c6f9349c9c9ee67a56ace5f279fa992</a:t>
            </a:r>
          </a:p>
          <a:p>
            <a:r>
              <a:t>Evidence date: 2026-10-29</a:t>
            </a:r>
          </a:p>
          <a:p>
            <a:r>
              <a:t>Sources:</a:t>
            </a:r>
          </a:p>
          <a:p>
            <a:r>
              <a:t>services/api/src/main/resources/db/migration/V1__canonical_geospatial_schema.sql</a:t>
            </a:r>
          </a:p>
          <a:p>
            <a:r>
              <a:t>https://github.com/manikantbindass/CityPulse/blob/2385ea7a3c6f9349c9c9ee67a56ace5f279fa992/services/api/src/main/resources/db/migration/V1__canonical_geospatial_schema.sql</a:t>
            </a:r>
          </a:p>
          <a:p>
            <a:r>
              <a:t>services/api/src/main/resources/db/migration/V2__tenant_operations.sql</a:t>
            </a:r>
          </a:p>
          <a:p>
            <a:r>
              <a:t>https://github.com/manikantbindass/CityPulse/blob/2385ea7a3c6f9349c9c9ee67a56ace5f279fa992/services/api/src/main/resources/db/migration/V2__tenant_operations.sql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2385ea7a3c6f9349c9c9ee67a56ace5f279fa992</a:t>
            </a:r>
          </a:p>
          <a:p>
            <a:r>
              <a:t>Evidence date: 2026-10-29</a:t>
            </a:r>
          </a:p>
          <a:p>
            <a:r>
              <a:t>Sources:</a:t>
            </a:r>
          </a:p>
          <a:p>
            <a:r>
              <a:t>services/ingestion/citypulse_ingestion/pipeline.py</a:t>
            </a:r>
          </a:p>
          <a:p>
            <a:r>
              <a:t>https://github.com/manikantbindass/CityPulse/blob/2385ea7a3c6f9349c9c9ee67a56ace5f279fa992/services/ingestion/citypulse_ingestion/pipeline.py</a:t>
            </a:r>
          </a:p>
          <a:p>
            <a:r>
              <a:t>scripts/data_pipeline.py</a:t>
            </a:r>
          </a:p>
          <a:p>
            <a:r>
              <a:t>https://github.com/manikantbindass/CityPulse/blob/2385ea7a3c6f9349c9c9ee67a56ace5f279fa992/scripts/data_pipeline.py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2385ea7a3c6f9349c9c9ee67a56ace5f279fa992</a:t>
            </a:r>
          </a:p>
          <a:p>
            <a:r>
              <a:t>Evidence date: 2026-10-29</a:t>
            </a:r>
          </a:p>
          <a:p>
            <a:r>
              <a:t>Sources:</a:t>
            </a:r>
          </a:p>
          <a:p>
            <a:r>
              <a:t>services/ai-engine/citypulse_ai/modeling.py</a:t>
            </a:r>
          </a:p>
          <a:p>
            <a:r>
              <a:t>https://github.com/manikantbindass/CityPulse/blob/2385ea7a3c6f9349c9c9ee67a56ace5f279fa992/services/ai-engine/citypulse_ai/modeling.py</a:t>
            </a:r>
          </a:p>
          <a:p>
            <a:r>
              <a:t>docs/reports/model-evaluation.json</a:t>
            </a:r>
          </a:p>
          <a:p>
            <a:r>
              <a:t>https://github.com/manikantbindass/CityPulse/blob/2385ea7a3c6f9349c9c9ee67a56ace5f279fa992/docs/reports/model-evaluation.json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2385ea7a3c6f9349c9c9ee67a56ace5f279fa992</a:t>
            </a:r>
          </a:p>
          <a:p>
            <a:r>
              <a:t>Evidence date: 2026-10-29</a:t>
            </a:r>
          </a:p>
          <a:p>
            <a:r>
              <a:t>Sources:</a:t>
            </a:r>
          </a:p>
          <a:p>
            <a:r>
              <a:t>docs/reports/model-evaluation.json</a:t>
            </a:r>
          </a:p>
          <a:p>
            <a:r>
              <a:t>https://github.com/manikantbindass/CityPulse/blob/2385ea7a3c6f9349c9c9ee67a56ace5f279fa992/docs/reports/model-evaluation.json</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2385ea7a3c6f9349c9c9ee67a56ace5f279fa992</a:t>
            </a:r>
          </a:p>
          <a:p>
            <a:r>
              <a:t>Evidence date: 2026-10-29</a:t>
            </a:r>
          </a:p>
          <a:p>
            <a:r>
              <a:t>Sources:</a:t>
            </a:r>
          </a:p>
          <a:p>
            <a:r>
              <a:t>docs/presentations/source/evidence/forecast-demo.json (companion editable source in this delivery)</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2385ea7a3c6f9349c9c9ee67a56ace5f279fa992</a:t>
            </a:r>
          </a:p>
          <a:p>
            <a:r>
              <a:t>Evidence date: 2026-10-29</a:t>
            </a:r>
          </a:p>
          <a:p>
            <a:r>
              <a:t>Sources:</a:t>
            </a:r>
          </a:p>
          <a:p>
            <a:r>
              <a:t>docs/reports/decision-evaluation.json</a:t>
            </a:r>
          </a:p>
          <a:p>
            <a:r>
              <a:t>https://github.com/manikantbindass/CityPulse/blob/2385ea7a3c6f9349c9c9ee67a56ace5f279fa992/docs/reports/decision-evaluation.json</a:t>
            </a:r>
          </a:p>
          <a:p>
            <a:r>
              <a:t>services/ai-engine/citypulse_ai/decisions.py</a:t>
            </a:r>
          </a:p>
          <a:p>
            <a:r>
              <a:t>https://github.com/manikantbindass/CityPulse/blob/2385ea7a3c6f9349c9c9ee67a56ace5f279fa992/services/ai-engine/citypulse_ai/decisions.py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2385ea7a3c6f9349c9c9ee67a56ace5f279fa992</a:t>
            </a:r>
          </a:p>
          <a:p>
            <a:r>
              <a:t>Evidence date: 2026-10-29</a:t>
            </a:r>
          </a:p>
          <a:p>
            <a:r>
              <a:t>Sources:</a:t>
            </a:r>
          </a:p>
          <a:p>
            <a:r>
              <a:t>services/api/src/main/java/io/citypulse/pulseai/PulseAiService.java</a:t>
            </a:r>
          </a:p>
          <a:p>
            <a:r>
              <a:t>https://github.com/manikantbindass/CityPulse/blob/2385ea7a3c6f9349c9c9ee67a56ace5f279fa992/services/api/src/main/java/io/citypulse/pulseai/PulseAiService.java</a:t>
            </a:r>
          </a:p>
          <a:p>
            <a:r>
              <a:t>services/ai-engine/citypulse_ai/pulseai.py</a:t>
            </a:r>
          </a:p>
          <a:p>
            <a:r>
              <a:t>https://github.com/manikantbindass/CityPulse/blob/2385ea7a3c6f9349c9c9ee67a56ace5f279fa992/services/ai-engine/citypulse_ai/pulseai.py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2385ea7a3c6f9349c9c9ee67a56ace5f279fa992</a:t>
            </a:r>
          </a:p>
          <a:p>
            <a:r>
              <a:t>Evidence date: 2026-10-29</a:t>
            </a:r>
          </a:p>
          <a:p>
            <a:r>
              <a:t>Sources:</a:t>
            </a:r>
          </a:p>
          <a:p>
            <a:r>
              <a:t>docs/blockchain.md</a:t>
            </a:r>
          </a:p>
          <a:p>
            <a:r>
              <a:t>https://github.com/manikantbindass/CityPulse/blob/2385ea7a3c6f9349c9c9ee67a56ace5f279fa992/docs/blockchain.md</a:t>
            </a:r>
          </a:p>
          <a:p>
            <a:r>
              <a:t>blockchain/contracts/DatasetAttestationRegistry.sol</a:t>
            </a:r>
          </a:p>
          <a:p>
            <a:r>
              <a:t>https://github.com/manikantbindass/CityPulse/blob/2385ea7a3c6f9349c9c9ee67a56ace5f279fa992/blockchain/contracts/DatasetAttestationRegistry.sol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2385ea7a3c6f9349c9c9ee67a56ace5f279fa992</a:t>
            </a:r>
          </a:p>
          <a:p>
            <a:r>
              <a:t>Evidence date: 2026-10-29</a:t>
            </a:r>
          </a:p>
          <a:p>
            <a:r>
              <a:t>Sources:</a:t>
            </a:r>
          </a:p>
          <a:p>
            <a:r>
              <a:t>docs/reports/blockchain-local-demo.json</a:t>
            </a:r>
          </a:p>
          <a:p>
            <a:r>
              <a:t>https://github.com/manikantbindass/CityPulse/blob/2385ea7a3c6f9349c9c9ee67a56ace5f279fa992/docs/reports/blockchain-local-demo.json</a:t>
            </a:r>
          </a:p>
          <a:p>
            <a:r>
              <a:t>services/api/src/main/java/io/citypulse/workspace/application/ChainReceiptService.java</a:t>
            </a:r>
          </a:p>
          <a:p>
            <a:r>
              <a:t>https://github.com/manikantbindass/CityPulse/blob/2385ea7a3c6f9349c9c9ee67a56ace5f279fa992/services/api/src/main/java/io/citypulse/workspace/application/ChainReceiptService.java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2385ea7a3c6f9349c9c9ee67a56ace5f279fa992</a:t>
            </a:r>
          </a:p>
          <a:p>
            <a:r>
              <a:t>Evidence date: 2026-10-29</a:t>
            </a:r>
          </a:p>
          <a:p>
            <a:r>
              <a:t>Sources:</a:t>
            </a:r>
          </a:p>
          <a:p>
            <a:r>
              <a:t>docs/security/architecture.md</a:t>
            </a:r>
          </a:p>
          <a:p>
            <a:r>
              <a:t>https://github.com/manikantbindass/CityPulse/blob/2385ea7a3c6f9349c9c9ee67a56ace5f279fa992/docs/security/architecture.md</a:t>
            </a:r>
          </a:p>
          <a:p>
            <a:r>
              <a:t>docs/security/threat-model.md</a:t>
            </a:r>
          </a:p>
          <a:p>
            <a:r>
              <a:t>https://github.com/manikantbindass/CityPulse/blob/2385ea7a3c6f9349c9c9ee67a56ace5f279fa992/docs/security/threat-model.md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2385ea7a3c6f9349c9c9ee67a56ace5f279fa992</a:t>
            </a:r>
          </a:p>
          <a:p>
            <a:r>
              <a:t>Evidence date: 2026-10-29</a:t>
            </a:r>
          </a:p>
          <a:p>
            <a:r>
              <a:t>Sources:</a:t>
            </a:r>
          </a:p>
          <a:p>
            <a:r>
              <a:t>infrastructure/terraform/main.tf.json</a:t>
            </a:r>
          </a:p>
          <a:p>
            <a:r>
              <a:t>https://github.com/manikantbindass/CityPulse/blob/2385ea7a3c6f9349c9c9ee67a56ace5f279fa992/infrastructure/terraform/main.tf.json</a:t>
            </a:r>
          </a:p>
          <a:p>
            <a:r>
              <a:t>docs/operations/deployment.md</a:t>
            </a:r>
          </a:p>
          <a:p>
            <a:r>
              <a:t>https://github.com/manikantbindass/CityPulse/blob/2385ea7a3c6f9349c9c9ee67a56ace5f279fa992/docs/operations/deployment.md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2385ea7a3c6f9349c9c9ee67a56ace5f279fa992</a:t>
            </a:r>
          </a:p>
          <a:p>
            <a:r>
              <a:t>Evidence date: 2026-10-29</a:t>
            </a:r>
          </a:p>
          <a:p>
            <a:r>
              <a:t>Sources:</a:t>
            </a:r>
          </a:p>
          <a:p>
            <a:r>
              <a:t>docs/operations/scaling.md</a:t>
            </a:r>
          </a:p>
          <a:p>
            <a:r>
              <a:t>https://github.com/manikantbindass/CityPulse/blob/2385ea7a3c6f9349c9c9ee67a56ace5f279fa992/docs/operations/scaling.md</a:t>
            </a:r>
          </a:p>
          <a:p>
            <a:r>
              <a:t>docs/operations/recovery.md</a:t>
            </a:r>
          </a:p>
          <a:p>
            <a:r>
              <a:t>https://github.com/manikantbindass/CityPulse/blob/2385ea7a3c6f9349c9c9ee67a56ace5f279fa992/docs/operations/recovery.md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2385ea7a3c6f9349c9c9ee67a56ace5f279fa992</a:t>
            </a:r>
          </a:p>
          <a:p>
            <a:r>
              <a:t>Evidence date: 2026-10-29</a:t>
            </a:r>
          </a:p>
          <a:p>
            <a:r>
              <a:t>Sources:</a:t>
            </a:r>
          </a:p>
          <a:p>
            <a:r>
              <a:t>.github/workflows/ci.yml</a:t>
            </a:r>
          </a:p>
          <a:p>
            <a:r>
              <a:t>https://github.com/manikantbindass/CityPulse/blob/2385ea7a3c6f9349c9c9ee67a56ace5f279fa992/.github/workflows/ci.yml</a:t>
            </a:r>
          </a:p>
          <a:p>
            <a:r>
              <a:t>.github/workflows/security.yml</a:t>
            </a:r>
          </a:p>
          <a:p>
            <a:r>
              <a:t>https://github.com/manikantbindass/CityPulse/blob/2385ea7a3c6f9349c9c9ee67a56ace5f279fa992/.github/workflows/security.yml</a:t>
            </a:r>
          </a:p>
          <a:p>
            <a:r>
              <a:t>scripts/monitoring_smoke.py</a:t>
            </a:r>
          </a:p>
          <a:p>
            <a:r>
              <a:t>https://github.com/manikantbindass/CityPulse/blob/2385ea7a3c6f9349c9c9ee67a56ace5f279fa992/scripts/monitoring_smoke.py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a:t>
            </a:r>
          </a:p>
          <a:p/>
          <a:p>
            <a:r>
              <a:t>Application snapshot: 2385ea7a3c6f9349c9c9ee67a56ace5f279fa992</a:t>
            </a:r>
          </a:p>
          <a:p>
            <a:r>
              <a:t>Evidence date: 2026-10-29</a:t>
            </a:r>
          </a:p>
          <a:p>
            <a:r>
              <a:t>Sources:</a:t>
            </a:r>
          </a:p>
          <a:p>
            <a:r>
              <a:t>docs/reports/source/evidence.json (companion editable source in this delivery)</a:t>
            </a:r>
          </a:p>
          <a:p>
            <a:r>
              <a:t>apps/web/e2e/theme.spec.ts</a:t>
            </a:r>
          </a:p>
          <a:p>
            <a:r>
              <a:t>https://github.com/manikantbindass/CityPulse/blob/2385ea7a3c6f9349c9c9ee67a56ace5f279fa992/apps/web/e2e/theme.spec.ts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2385ea7a3c6f9349c9c9ee67a56ace5f279fa992</a:t>
            </a:r>
          </a:p>
          <a:p>
            <a:r>
              <a:t>Evidence date: 2026-10-29</a:t>
            </a:r>
          </a:p>
          <a:p>
            <a:r>
              <a:t>Sources:</a:t>
            </a:r>
          </a:p>
          <a:p>
            <a:r>
              <a:t>scripts/smoke.py</a:t>
            </a:r>
          </a:p>
          <a:p>
            <a:r>
              <a:t>https://github.com/manikantbindass/CityPulse/blob/2385ea7a3c6f9349c9c9ee67a56ace5f279fa992/scripts/smoke.py</a:t>
            </a:r>
          </a:p>
          <a:p>
            <a:r>
              <a:t>docs/decision-engine.md</a:t>
            </a:r>
          </a:p>
          <a:p>
            <a:r>
              <a:t>https://github.com/manikantbindass/CityPulse/blob/2385ea7a3c6f9349c9c9ee67a56ace5f279fa992/docs/decision-engine.md</a:t>
            </a:r>
          </a:p>
          <a:p>
            <a:r>
              <a:t>docs/pulseai.md</a:t>
            </a:r>
          </a:p>
          <a:p>
            <a:r>
              <a:t>https://github.com/manikantbindass/CityPulse/blob/2385ea7a3c6f9349c9c9ee67a56ace5f279fa992/docs/pulseai.md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2385ea7a3c6f9349c9c9ee67a56ace5f279fa992</a:t>
            </a:r>
          </a:p>
          <a:p>
            <a:r>
              <a:t>Evidence date: 2026-10-29</a:t>
            </a:r>
          </a:p>
          <a:p>
            <a:r>
              <a:t>Sources:</a:t>
            </a:r>
          </a:p>
          <a:p>
            <a:r>
              <a:t>docs/reports/operations/k6-local-ai.json</a:t>
            </a:r>
          </a:p>
          <a:p>
            <a:r>
              <a:t>https://github.com/manikantbindass/CityPulse/blob/2385ea7a3c6f9349c9c9ee67a56ace5f279fa992/docs/reports/operations/k6-local-ai.json</a:t>
            </a:r>
          </a:p>
          <a:p>
            <a:r>
              <a:t>docs/reports/decision-evaluation.json</a:t>
            </a:r>
          </a:p>
          <a:p>
            <a:r>
              <a:t>https://github.com/manikantbindass/CityPulse/blob/2385ea7a3c6f9349c9c9ee67a56ace5f279fa992/docs/reports/decision-evaluation.json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2385ea7a3c6f9349c9c9ee67a56ace5f279fa992</a:t>
            </a:r>
          </a:p>
          <a:p>
            <a:r>
              <a:t>Evidence date: 2026-10-29</a:t>
            </a:r>
          </a:p>
          <a:p>
            <a:r>
              <a:t>Sources:</a:t>
            </a:r>
          </a:p>
          <a:p>
            <a:r>
              <a:t>docs/api/backend.md</a:t>
            </a:r>
          </a:p>
          <a:p>
            <a:r>
              <a:t>https://github.com/manikantbindass/CityPulse/blob/2385ea7a3c6f9349c9c9ee67a56ace5f279fa992/docs/api/backend.md</a:t>
            </a:r>
          </a:p>
          <a:p>
            <a:r>
              <a:t>docs/security/verification.md</a:t>
            </a:r>
          </a:p>
          <a:p>
            <a:r>
              <a:t>https://github.com/manikantbindass/CityPulse/blob/2385ea7a3c6f9349c9c9ee67a56ace5f279fa992/docs/security/verification.md</a:t>
            </a:r>
          </a:p>
          <a:p>
            <a:r>
              <a:t>docs/operations/scaling.md</a:t>
            </a:r>
          </a:p>
          <a:p>
            <a:r>
              <a:t>https://github.com/manikantbindass/CityPulse/blob/2385ea7a3c6f9349c9c9ee67a56ace5f279fa992/docs/operations/scaling.md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docs/operations/scaling.md</a:t>
            </a:r>
          </a:p>
          <a:p>
            <a:r>
              <a:t>https://github.com/manikantbindass/CityPulse/blob/2385ea7a3c6f9349c9c9ee67a56ace5f279fa992/docs/operations/scaling.md</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2385ea7a3c6f9349c9c9ee67a56ace5f279fa992</a:t>
            </a:r>
          </a:p>
          <a:p>
            <a:r>
              <a:t>Evidence date: 2026-10-29</a:t>
            </a:r>
          </a:p>
          <a:p>
            <a:r>
              <a:t>Sources:</a:t>
            </a:r>
          </a:p>
          <a:p>
            <a:r>
              <a:t>docs/reports/source/report.json (companion editable source in this delivery)</a:t>
            </a:r>
          </a:p>
          <a:p>
            <a:r>
              <a:t>README.md</a:t>
            </a:r>
          </a:p>
          <a:p>
            <a:r>
              <a:t>https://github.com/manikantbindass/CityPulse/blob/2385ea7a3c6f9349c9c9ee67a56ace5f279fa992/README.md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09359" y="3127248"/>
            <a:ext cx="2752345"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3" name="Rectangle 2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5" name="Rectangle 2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7" name="Rectangle 2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29" name="Rectangle 2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1" name="Rectangle 3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3" name="Rectangle 3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5" name="Rectangle 3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7" name="Rectangle 3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59" y="3127248"/>
            <a:ext cx="2752345"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450591"/>
            <a:ext cx="0" cy="1193292"/>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3"/>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3"/>
            <a:ext cx="0" cy="1193292"/>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143500" y="2450591"/>
            <a:ext cx="0" cy="1193292"/>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3"/>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85531" y="3643883"/>
            <a:ext cx="0" cy="1193292"/>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2450591"/>
            <a:ext cx="0" cy="67665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127248"/>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143500" y="3127248"/>
            <a:ext cx="0" cy="67665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2450591"/>
            <a:ext cx="0" cy="67665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143500" y="312724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227564" y="3127248"/>
            <a:ext cx="0" cy="67665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33" name="Rectangle 3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35" name="Rectangle 3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37" name="Rectangle 3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39" name="Rectangle 3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41" name="Rectangle 4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43" name="Rectangle 4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45" name="Rectangle 4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47" name="Rectangle 4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49" name="Rectangle 4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51" name="Rectangle 5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53" name="Rectangle 5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67665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127248"/>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85531" y="3127248"/>
            <a:ext cx="0" cy="67665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309359" y="4160520"/>
            <a:ext cx="2752345"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Actual local synthetic response;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09359" y="4160520"/>
            <a:ext cx="2752345"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309359" y="4160520"/>
            <a:ext cx="2752345"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7" name="Rectangle 26"/>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29" name="Rectangle 28"/>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1" name="Rectangle 30"/>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3" name="Rectangle 32"/>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5" name="Rectangle 34"/>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7" name="Rectangle 36"/>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39" name="Rectangle 38"/>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1" name="Rectangle 40"/>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Revision-linked CI evidence; two mocked Terraform plans; no coverage percentage invented</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